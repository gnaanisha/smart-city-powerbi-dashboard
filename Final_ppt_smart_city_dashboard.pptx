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handoutMasterIdLst>
    <p:handoutMasterId r:id="rId24"/>
  </p:handoutMasterIdLst>
  <p:sldIdLst>
    <p:sldId id="261" r:id="rId2"/>
    <p:sldId id="263" r:id="rId3"/>
    <p:sldId id="264" r:id="rId4"/>
    <p:sldId id="291" r:id="rId5"/>
    <p:sldId id="267" r:id="rId6"/>
    <p:sldId id="283" r:id="rId7"/>
    <p:sldId id="268" r:id="rId8"/>
    <p:sldId id="284" r:id="rId9"/>
    <p:sldId id="297" r:id="rId10"/>
    <p:sldId id="298" r:id="rId11"/>
    <p:sldId id="280" r:id="rId12"/>
    <p:sldId id="292" r:id="rId13"/>
    <p:sldId id="271" r:id="rId14"/>
    <p:sldId id="282" r:id="rId15"/>
    <p:sldId id="273" r:id="rId16"/>
    <p:sldId id="266" r:id="rId17"/>
    <p:sldId id="293" r:id="rId18"/>
    <p:sldId id="294" r:id="rId19"/>
    <p:sldId id="295" r:id="rId20"/>
    <p:sldId id="296" r:id="rId21"/>
    <p:sldId id="25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A9EBE23-BD30-4458-9193-47F7E190DB64}">
          <p14:sldIdLst>
            <p14:sldId id="261"/>
            <p14:sldId id="263"/>
            <p14:sldId id="264"/>
            <p14:sldId id="291"/>
          </p14:sldIdLst>
        </p14:section>
        <p14:section name="Untitled Section" id="{EBC5E74F-85A0-41FD-9C3E-5A15685B248A}">
          <p14:sldIdLst>
            <p14:sldId id="267"/>
            <p14:sldId id="283"/>
            <p14:sldId id="268"/>
            <p14:sldId id="284"/>
            <p14:sldId id="297"/>
            <p14:sldId id="298"/>
            <p14:sldId id="280"/>
            <p14:sldId id="292"/>
            <p14:sldId id="271"/>
            <p14:sldId id="282"/>
            <p14:sldId id="273"/>
            <p14:sldId id="266"/>
            <p14:sldId id="293"/>
            <p14:sldId id="294"/>
            <p14:sldId id="295"/>
            <p14:sldId id="296"/>
            <p14:sldId id="25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245E"/>
    <a:srgbClr val="0070C0"/>
    <a:srgbClr val="F3772A"/>
    <a:srgbClr val="F07D36"/>
    <a:srgbClr val="F38221"/>
    <a:srgbClr val="000B5D"/>
    <a:srgbClr val="A9AAAE"/>
    <a:srgbClr val="1C2A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95" d="100"/>
          <a:sy n="95" d="100"/>
        </p:scale>
        <p:origin x="197" y="72"/>
      </p:cViewPr>
      <p:guideLst>
        <p:guide orient="horz" pos="2160"/>
        <p:guide pos="3840"/>
      </p:guideLst>
    </p:cSldViewPr>
  </p:slideViewPr>
  <p:notesTextViewPr>
    <p:cViewPr>
      <p:scale>
        <a:sx n="1" d="1"/>
        <a:sy n="1" d="1"/>
      </p:scale>
      <p:origin x="0" y="0"/>
    </p:cViewPr>
  </p:notesTextViewPr>
  <p:notesViewPr>
    <p:cSldViewPr snapToGrid="0">
      <p:cViewPr varScale="1">
        <p:scale>
          <a:sx n="49" d="100"/>
          <a:sy n="49" d="100"/>
        </p:scale>
        <p:origin x="2668"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AB75AC-AF49-4E5B-A560-16323D9DA607}" type="slidenum">
              <a:rPr lang="en-IN" smtClean="0"/>
              <a:t>‹#›</a:t>
            </a:fld>
            <a:endParaRPr lang="en-IN"/>
          </a:p>
        </p:txBody>
      </p:sp>
      <p:sp>
        <p:nvSpPr>
          <p:cNvPr id="6" name="Date Placeholder 5"/>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67C219-92B9-46B0-9600-5ABBD917FA6F}" type="datetimeFigureOut">
              <a:rPr lang="en-IN" smtClean="0"/>
              <a:t>08-12-2025</a:t>
            </a:fld>
            <a:endParaRPr lang="en-IN"/>
          </a:p>
        </p:txBody>
      </p:sp>
    </p:spTree>
    <p:extLst>
      <p:ext uri="{BB962C8B-B14F-4D97-AF65-F5344CB8AC3E}">
        <p14:creationId xmlns:p14="http://schemas.microsoft.com/office/powerpoint/2010/main" val="21479095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30C4A3-E6F7-4730-A13D-A38DD671CDC4}" type="datetimeFigureOut">
              <a:rPr lang="en-IN" smtClean="0"/>
              <a:t>08-12-2025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363518-49CD-4027-8663-8EAA238F966E}" type="slidenum">
              <a:rPr lang="en-IN" smtClean="0"/>
              <a:t>‹#›</a:t>
            </a:fld>
            <a:endParaRPr lang="en-IN"/>
          </a:p>
        </p:txBody>
      </p:sp>
    </p:spTree>
    <p:extLst>
      <p:ext uri="{BB962C8B-B14F-4D97-AF65-F5344CB8AC3E}">
        <p14:creationId xmlns:p14="http://schemas.microsoft.com/office/powerpoint/2010/main" val="2781129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6.png"/><Relationship Id="rId7" Type="http://schemas.openxmlformats.org/officeDocument/2006/relationships/image" Target="../media/image12.jpe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jpeg"/><Relationship Id="rId11" Type="http://schemas.openxmlformats.org/officeDocument/2006/relationships/image" Target="../media/image16.jpeg"/><Relationship Id="rId5" Type="http://schemas.openxmlformats.org/officeDocument/2006/relationships/image" Target="../media/image4.png"/><Relationship Id="rId10" Type="http://schemas.openxmlformats.org/officeDocument/2006/relationships/image" Target="../media/image15.jpeg"/><Relationship Id="rId4" Type="http://schemas.openxmlformats.org/officeDocument/2006/relationships/image" Target="../media/image7.png"/><Relationship Id="rId9" Type="http://schemas.openxmlformats.org/officeDocument/2006/relationships/image" Target="../media/image14.jpe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9.jpg"/><Relationship Id="rId3" Type="http://schemas.openxmlformats.org/officeDocument/2006/relationships/image" Target="../media/image6.png"/><Relationship Id="rId7" Type="http://schemas.openxmlformats.org/officeDocument/2006/relationships/image" Target="../media/image18.jpe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7.jpeg"/><Relationship Id="rId11" Type="http://schemas.openxmlformats.org/officeDocument/2006/relationships/image" Target="../media/image22.png"/><Relationship Id="rId5" Type="http://schemas.openxmlformats.org/officeDocument/2006/relationships/image" Target="../media/image4.png"/><Relationship Id="rId10" Type="http://schemas.openxmlformats.org/officeDocument/2006/relationships/image" Target="../media/image21.jpeg"/><Relationship Id="rId4" Type="http://schemas.openxmlformats.org/officeDocument/2006/relationships/image" Target="../media/image7.png"/><Relationship Id="rId9" Type="http://schemas.openxmlformats.org/officeDocument/2006/relationships/image" Target="../media/image20.jpe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6.png"/><Relationship Id="rId7" Type="http://schemas.openxmlformats.org/officeDocument/2006/relationships/image" Target="../media/image24.jpe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23.jpeg"/><Relationship Id="rId5" Type="http://schemas.openxmlformats.org/officeDocument/2006/relationships/image" Target="../media/image4.png"/><Relationship Id="rId10" Type="http://schemas.openxmlformats.org/officeDocument/2006/relationships/image" Target="../media/image27.jpg"/><Relationship Id="rId4" Type="http://schemas.openxmlformats.org/officeDocument/2006/relationships/image" Target="../media/image7.png"/><Relationship Id="rId9" Type="http://schemas.openxmlformats.org/officeDocument/2006/relationships/image" Target="../media/image26.jpe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4.pn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0.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04CF1FB-4DEE-4F62-9617-FD27B1C24529}"/>
              </a:ext>
            </a:extLst>
          </p:cNvPr>
          <p:cNvSpPr/>
          <p:nvPr userDrawn="1"/>
        </p:nvSpPr>
        <p:spPr>
          <a:xfrm>
            <a:off x="-1" y="6782413"/>
            <a:ext cx="9474201" cy="92222"/>
          </a:xfrm>
          <a:prstGeom prst="rect">
            <a:avLst/>
          </a:prstGeom>
          <a:solidFill>
            <a:srgbClr val="F382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itle 1">
            <a:extLst>
              <a:ext uri="{FF2B5EF4-FFF2-40B4-BE49-F238E27FC236}">
                <a16:creationId xmlns:a16="http://schemas.microsoft.com/office/drawing/2014/main" id="{8EC5D259-79CA-46AF-8EC7-393D34B6B418}"/>
              </a:ext>
            </a:extLst>
          </p:cNvPr>
          <p:cNvSpPr>
            <a:spLocks noGrp="1"/>
          </p:cNvSpPr>
          <p:nvPr>
            <p:ph type="ctrTitle" hasCustomPrompt="1"/>
          </p:nvPr>
        </p:nvSpPr>
        <p:spPr>
          <a:xfrm>
            <a:off x="773350" y="1191977"/>
            <a:ext cx="8143797" cy="575959"/>
          </a:xfrm>
        </p:spPr>
        <p:txBody>
          <a:bodyPr anchor="b">
            <a:noAutofit/>
          </a:bodyPr>
          <a:lstStyle>
            <a:lvl1pPr algn="l">
              <a:defRPr sz="3200" b="1">
                <a:solidFill>
                  <a:srgbClr val="000B5D"/>
                </a:solidFill>
                <a:latin typeface="Trebuchet MS" panose="020B0603020202020204" pitchFamily="34" charset="0"/>
              </a:defRPr>
            </a:lvl1pPr>
          </a:lstStyle>
          <a:p>
            <a:r>
              <a:rPr lang="en-US" dirty="0"/>
              <a:t>NBA ACCREDITATION PRESENTATION</a:t>
            </a:r>
            <a:endParaRPr lang="en-IN" dirty="0"/>
          </a:p>
        </p:txBody>
      </p:sp>
      <p:cxnSp>
        <p:nvCxnSpPr>
          <p:cNvPr id="19" name="Straight Connector 18"/>
          <p:cNvCxnSpPr/>
          <p:nvPr userDrawn="1"/>
        </p:nvCxnSpPr>
        <p:spPr>
          <a:xfrm>
            <a:off x="0" y="5936182"/>
            <a:ext cx="12192000" cy="0"/>
          </a:xfrm>
          <a:prstGeom prst="line">
            <a:avLst/>
          </a:prstGeom>
          <a:ln w="28575">
            <a:solidFill>
              <a:srgbClr val="A9AAAE"/>
            </a:solidFill>
          </a:ln>
        </p:spPr>
        <p:style>
          <a:lnRef idx="1">
            <a:schemeClr val="accent1"/>
          </a:lnRef>
          <a:fillRef idx="0">
            <a:schemeClr val="accent1"/>
          </a:fillRef>
          <a:effectRef idx="0">
            <a:schemeClr val="accent1"/>
          </a:effectRef>
          <a:fontRef idx="minor">
            <a:schemeClr val="tx1"/>
          </a:fontRef>
        </p:style>
      </p:cxnSp>
      <p:sp>
        <p:nvSpPr>
          <p:cNvPr id="25" name="Subtitle 2">
            <a:extLst>
              <a:ext uri="{FF2B5EF4-FFF2-40B4-BE49-F238E27FC236}">
                <a16:creationId xmlns:a16="http://schemas.microsoft.com/office/drawing/2014/main" id="{40C63165-A391-4393-985D-7696AE760510}"/>
              </a:ext>
            </a:extLst>
          </p:cNvPr>
          <p:cNvSpPr txBox="1">
            <a:spLocks/>
          </p:cNvSpPr>
          <p:nvPr userDrawn="1"/>
        </p:nvSpPr>
        <p:spPr>
          <a:xfrm>
            <a:off x="4093030" y="6251947"/>
            <a:ext cx="1813963" cy="33661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0" dirty="0">
                <a:solidFill>
                  <a:schemeClr val="bg1"/>
                </a:solidFill>
              </a:rPr>
              <a:t>www.ksrct.ac.in</a:t>
            </a:r>
            <a:endParaRPr lang="en-IN" sz="1600" b="0" dirty="0">
              <a:solidFill>
                <a:schemeClr val="bg1"/>
              </a:solidFill>
            </a:endParaRPr>
          </a:p>
        </p:txBody>
      </p:sp>
      <p:sp>
        <p:nvSpPr>
          <p:cNvPr id="15" name="Rectangle 14">
            <a:extLst>
              <a:ext uri="{FF2B5EF4-FFF2-40B4-BE49-F238E27FC236}">
                <a16:creationId xmlns:a16="http://schemas.microsoft.com/office/drawing/2014/main" id="{C27E51A7-A4B6-4A3C-906D-6FB9399730FF}"/>
              </a:ext>
            </a:extLst>
          </p:cNvPr>
          <p:cNvSpPr/>
          <p:nvPr userDrawn="1"/>
        </p:nvSpPr>
        <p:spPr>
          <a:xfrm>
            <a:off x="9474201" y="0"/>
            <a:ext cx="2717800" cy="6858000"/>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D43C49E6-4F34-4172-8C76-11DA24DEF408}"/>
              </a:ext>
            </a:extLst>
          </p:cNvPr>
          <p:cNvSpPr>
            <a:spLocks noChangeAspect="1"/>
          </p:cNvSpPr>
          <p:nvPr userDrawn="1"/>
        </p:nvSpPr>
        <p:spPr>
          <a:xfrm>
            <a:off x="8430612" y="2385911"/>
            <a:ext cx="2086179" cy="2086179"/>
          </a:xfrm>
          <a:prstGeom prst="ellipse">
            <a:avLst/>
          </a:prstGeom>
          <a:solidFill>
            <a:schemeClr val="bg1"/>
          </a:solidFill>
          <a:ln w="28575">
            <a:solidFill>
              <a:srgbClr val="F382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356F116E-5D05-462E-A9C8-9992B70868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6756" r="26334" b="50687"/>
          <a:stretch/>
        </p:blipFill>
        <p:spPr>
          <a:xfrm>
            <a:off x="8616099" y="2643517"/>
            <a:ext cx="1744539" cy="1570967"/>
          </a:xfrm>
          <a:prstGeom prst="rect">
            <a:avLst/>
          </a:prstGeom>
        </p:spPr>
      </p:pic>
      <p:sp>
        <p:nvSpPr>
          <p:cNvPr id="17" name="Subtitle 2">
            <a:extLst>
              <a:ext uri="{FF2B5EF4-FFF2-40B4-BE49-F238E27FC236}">
                <a16:creationId xmlns:a16="http://schemas.microsoft.com/office/drawing/2014/main" id="{3B4A3536-71CD-4F93-91E3-12467C39525D}"/>
              </a:ext>
            </a:extLst>
          </p:cNvPr>
          <p:cNvSpPr txBox="1">
            <a:spLocks/>
          </p:cNvSpPr>
          <p:nvPr userDrawn="1"/>
        </p:nvSpPr>
        <p:spPr>
          <a:xfrm>
            <a:off x="573406" y="6204556"/>
            <a:ext cx="2197709" cy="34629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dirty="0">
                <a:solidFill>
                  <a:srgbClr val="1C2A5F"/>
                </a:solidFill>
              </a:rPr>
              <a:t>www.ksrct.ac.in</a:t>
            </a:r>
            <a:endParaRPr lang="en-IN" sz="2000" b="1" dirty="0">
              <a:solidFill>
                <a:srgbClr val="1C2A5F"/>
              </a:solidFill>
            </a:endParaRPr>
          </a:p>
        </p:txBody>
      </p:sp>
      <p:sp>
        <p:nvSpPr>
          <p:cNvPr id="20" name="Subtitle 2">
            <a:extLst>
              <a:ext uri="{FF2B5EF4-FFF2-40B4-BE49-F238E27FC236}">
                <a16:creationId xmlns:a16="http://schemas.microsoft.com/office/drawing/2014/main" id="{D021A7B8-5FA3-4F5E-87B4-122CFDC24F92}"/>
              </a:ext>
            </a:extLst>
          </p:cNvPr>
          <p:cNvSpPr txBox="1">
            <a:spLocks/>
          </p:cNvSpPr>
          <p:nvPr userDrawn="1"/>
        </p:nvSpPr>
        <p:spPr>
          <a:xfrm>
            <a:off x="431599" y="4595242"/>
            <a:ext cx="7726882" cy="83159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1" dirty="0">
                <a:solidFill>
                  <a:srgbClr val="1C2A5F"/>
                </a:solidFill>
              </a:rPr>
              <a:t>K.S.RANGASAMY</a:t>
            </a:r>
            <a:r>
              <a:rPr lang="en-US" sz="2400" b="1" baseline="0" dirty="0">
                <a:solidFill>
                  <a:srgbClr val="1C2A5F"/>
                </a:solidFill>
              </a:rPr>
              <a:t> COLLEGE OF TECHNOLOGY </a:t>
            </a:r>
          </a:p>
          <a:p>
            <a:r>
              <a:rPr lang="en-US" sz="1800" b="1" baseline="0" dirty="0">
                <a:solidFill>
                  <a:schemeClr val="tx1">
                    <a:lumMod val="75000"/>
                    <a:lumOff val="25000"/>
                  </a:schemeClr>
                </a:solidFill>
              </a:rPr>
              <a:t>(Autonomous)</a:t>
            </a:r>
            <a:endParaRPr lang="en-IN" sz="1800" b="1" dirty="0">
              <a:solidFill>
                <a:schemeClr val="tx1">
                  <a:lumMod val="75000"/>
                  <a:lumOff val="25000"/>
                </a:schemeClr>
              </a:solidFill>
            </a:endParaRPr>
          </a:p>
        </p:txBody>
      </p:sp>
      <p:pic>
        <p:nvPicPr>
          <p:cNvPr id="23" name="Picture 22">
            <a:extLst>
              <a:ext uri="{FF2B5EF4-FFF2-40B4-BE49-F238E27FC236}">
                <a16:creationId xmlns:a16="http://schemas.microsoft.com/office/drawing/2014/main" id="{58EF89A7-2EC3-4C2F-8CD5-38EBD9C9E7A7}"/>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52593"/>
          <a:stretch/>
        </p:blipFill>
        <p:spPr>
          <a:xfrm rot="5400000">
            <a:off x="10701751" y="908991"/>
            <a:ext cx="401380" cy="771301"/>
          </a:xfrm>
          <a:prstGeom prst="rect">
            <a:avLst/>
          </a:prstGeom>
        </p:spPr>
      </p:pic>
      <p:pic>
        <p:nvPicPr>
          <p:cNvPr id="24" name="Picture 23">
            <a:extLst>
              <a:ext uri="{FF2B5EF4-FFF2-40B4-BE49-F238E27FC236}">
                <a16:creationId xmlns:a16="http://schemas.microsoft.com/office/drawing/2014/main" id="{98697074-93F8-40F8-8E14-4CE66307DCE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21036" y="5731534"/>
            <a:ext cx="1624130" cy="331845"/>
          </a:xfrm>
          <a:prstGeom prst="rect">
            <a:avLst/>
          </a:prstGeom>
        </p:spPr>
      </p:pic>
      <p:sp>
        <p:nvSpPr>
          <p:cNvPr id="27" name="Rounded Rectangle 21">
            <a:extLst>
              <a:ext uri="{FF2B5EF4-FFF2-40B4-BE49-F238E27FC236}">
                <a16:creationId xmlns:a16="http://schemas.microsoft.com/office/drawing/2014/main" id="{66B86EF8-DB93-4781-B3FA-DD81D492F90C}"/>
              </a:ext>
            </a:extLst>
          </p:cNvPr>
          <p:cNvSpPr/>
          <p:nvPr userDrawn="1"/>
        </p:nvSpPr>
        <p:spPr>
          <a:xfrm>
            <a:off x="454594" y="6164905"/>
            <a:ext cx="64800" cy="406800"/>
          </a:xfrm>
          <a:prstGeom prst="roundRect">
            <a:avLst/>
          </a:prstGeom>
          <a:solidFill>
            <a:srgbClr val="A9AA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 Placeholder 33">
            <a:extLst>
              <a:ext uri="{FF2B5EF4-FFF2-40B4-BE49-F238E27FC236}">
                <a16:creationId xmlns:a16="http://schemas.microsoft.com/office/drawing/2014/main" id="{8DDD73EE-23E8-462A-BC92-730C6313E420}"/>
              </a:ext>
            </a:extLst>
          </p:cNvPr>
          <p:cNvSpPr>
            <a:spLocks noGrp="1"/>
          </p:cNvSpPr>
          <p:nvPr>
            <p:ph type="body" sz="quarter" idx="15" hasCustomPrompt="1"/>
          </p:nvPr>
        </p:nvSpPr>
        <p:spPr>
          <a:xfrm>
            <a:off x="6647267" y="6190305"/>
            <a:ext cx="2305140" cy="401317"/>
          </a:xfrm>
        </p:spPr>
        <p:txBody>
          <a:bodyPr>
            <a:normAutofit/>
          </a:bodyPr>
          <a:lstStyle>
            <a:lvl1pPr marL="0" indent="0">
              <a:buNone/>
              <a:defRPr sz="1800" baseline="0">
                <a:latin typeface="Trebuchet MS" panose="020B0603020202020204" pitchFamily="34" charset="0"/>
              </a:defRPr>
            </a:lvl1pPr>
          </a:lstStyle>
          <a:p>
            <a:pPr lvl="0"/>
            <a:r>
              <a:rPr lang="en-US" dirty="0"/>
              <a:t>23.05.2025</a:t>
            </a:r>
            <a:endParaRPr lang="en-IN" dirty="0"/>
          </a:p>
        </p:txBody>
      </p:sp>
      <p:sp>
        <p:nvSpPr>
          <p:cNvPr id="35" name="Subtitle 2">
            <a:extLst>
              <a:ext uri="{FF2B5EF4-FFF2-40B4-BE49-F238E27FC236}">
                <a16:creationId xmlns:a16="http://schemas.microsoft.com/office/drawing/2014/main" id="{4BD73942-97CD-4497-8A61-44BF73926098}"/>
              </a:ext>
            </a:extLst>
          </p:cNvPr>
          <p:cNvSpPr>
            <a:spLocks noGrp="1"/>
          </p:cNvSpPr>
          <p:nvPr>
            <p:ph type="subTitle" idx="1" hasCustomPrompt="1"/>
          </p:nvPr>
        </p:nvSpPr>
        <p:spPr>
          <a:xfrm>
            <a:off x="424331" y="3522026"/>
            <a:ext cx="6222936" cy="424306"/>
          </a:xfrm>
        </p:spPr>
        <p:txBody>
          <a:bodyPr>
            <a:normAutofit/>
          </a:bodyPr>
          <a:lstStyle>
            <a:lvl1pPr marL="0" indent="0" algn="l">
              <a:buNone/>
              <a:defRPr sz="2400" b="1">
                <a:solidFill>
                  <a:srgbClr val="F3822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Dr. R. Poonkuzhali, Professor and Head</a:t>
            </a:r>
            <a:endParaRPr lang="en-IN" dirty="0"/>
          </a:p>
        </p:txBody>
      </p:sp>
      <p:sp>
        <p:nvSpPr>
          <p:cNvPr id="38" name="Text Placeholder 33">
            <a:extLst>
              <a:ext uri="{FF2B5EF4-FFF2-40B4-BE49-F238E27FC236}">
                <a16:creationId xmlns:a16="http://schemas.microsoft.com/office/drawing/2014/main" id="{D74FE863-7610-4877-9C83-5B3B1995EFA0}"/>
              </a:ext>
            </a:extLst>
          </p:cNvPr>
          <p:cNvSpPr>
            <a:spLocks noGrp="1"/>
          </p:cNvSpPr>
          <p:nvPr>
            <p:ph type="body" sz="quarter" idx="16" hasCustomPrompt="1"/>
          </p:nvPr>
        </p:nvSpPr>
        <p:spPr>
          <a:xfrm>
            <a:off x="436194" y="4093423"/>
            <a:ext cx="5940998" cy="362947"/>
          </a:xfrm>
        </p:spPr>
        <p:txBody>
          <a:bodyPr>
            <a:normAutofit/>
          </a:bodyPr>
          <a:lstStyle>
            <a:lvl1pPr marL="0" indent="0">
              <a:buNone/>
              <a:defRPr sz="1900" baseline="0">
                <a:solidFill>
                  <a:schemeClr val="tx1">
                    <a:lumMod val="75000"/>
                    <a:lumOff val="25000"/>
                  </a:schemeClr>
                </a:solidFill>
                <a:latin typeface="Trebuchet MS" panose="020B0603020202020204" pitchFamily="34" charset="0"/>
              </a:defRPr>
            </a:lvl1pPr>
          </a:lstStyle>
          <a:p>
            <a:pPr lvl="0"/>
            <a:r>
              <a:rPr lang="en-US" dirty="0"/>
              <a:t>Department of Information Technology</a:t>
            </a:r>
            <a:endParaRPr lang="en-IN" dirty="0"/>
          </a:p>
        </p:txBody>
      </p:sp>
      <p:sp>
        <p:nvSpPr>
          <p:cNvPr id="39" name="Rounded Rectangle 21">
            <a:extLst>
              <a:ext uri="{FF2B5EF4-FFF2-40B4-BE49-F238E27FC236}">
                <a16:creationId xmlns:a16="http://schemas.microsoft.com/office/drawing/2014/main" id="{E6A548E4-D588-481A-ADE5-309DF80093C2}"/>
              </a:ext>
            </a:extLst>
          </p:cNvPr>
          <p:cNvSpPr/>
          <p:nvPr userDrawn="1"/>
        </p:nvSpPr>
        <p:spPr>
          <a:xfrm>
            <a:off x="490342" y="1132961"/>
            <a:ext cx="136191" cy="704097"/>
          </a:xfrm>
          <a:prstGeom prst="roundRect">
            <a:avLst/>
          </a:prstGeom>
          <a:solidFill>
            <a:srgbClr val="F382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3" name="Picture 42">
            <a:extLst>
              <a:ext uri="{FF2B5EF4-FFF2-40B4-BE49-F238E27FC236}">
                <a16:creationId xmlns:a16="http://schemas.microsoft.com/office/drawing/2014/main" id="{0B51DC79-A4CE-4981-B142-8D9D7B730524}"/>
              </a:ext>
            </a:extLst>
          </p:cNvPr>
          <p:cNvPicPr>
            <a:picLocks noChangeAspect="1"/>
          </p:cNvPicPr>
          <p:nvPr userDrawn="1"/>
        </p:nvPicPr>
        <p:blipFill>
          <a:blip r:embed="rId5"/>
          <a:stretch>
            <a:fillRect/>
          </a:stretch>
        </p:blipFill>
        <p:spPr>
          <a:xfrm>
            <a:off x="0" y="-11976"/>
            <a:ext cx="3544389" cy="266366"/>
          </a:xfrm>
          <a:prstGeom prst="rect">
            <a:avLst/>
          </a:prstGeom>
        </p:spPr>
      </p:pic>
    </p:spTree>
    <p:extLst>
      <p:ext uri="{BB962C8B-B14F-4D97-AF65-F5344CB8AC3E}">
        <p14:creationId xmlns:p14="http://schemas.microsoft.com/office/powerpoint/2010/main" val="1413493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4813" y="550216"/>
            <a:ext cx="9414013" cy="765995"/>
          </a:xfrm>
        </p:spPr>
        <p:txBody>
          <a:bodyPr>
            <a:normAutofit/>
          </a:bodyPr>
          <a:lstStyle>
            <a:lvl1pPr>
              <a:defRPr sz="3000" b="1">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Department Recognitions</a:t>
            </a:r>
            <a:endParaRPr lang="en-IN" dirty="0"/>
          </a:p>
        </p:txBody>
      </p:sp>
      <p:pic>
        <p:nvPicPr>
          <p:cNvPr id="27" name="Picture 26"/>
          <p:cNvPicPr>
            <a:picLocks noChangeAspect="1"/>
          </p:cNvPicPr>
          <p:nvPr userDrawn="1"/>
        </p:nvPicPr>
        <p:blipFill rotWithShape="1">
          <a:blip r:embed="rId2"/>
          <a:srcRect t="4364" r="2963" b="-1"/>
          <a:stretch/>
        </p:blipFill>
        <p:spPr>
          <a:xfrm>
            <a:off x="9988826" y="14151"/>
            <a:ext cx="2203174" cy="1514041"/>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sp>
        <p:nvSpPr>
          <p:cNvPr id="29" name="Rectangle 28"/>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Picture 29"/>
          <p:cNvPicPr>
            <a:picLocks noChangeAspect="1"/>
          </p:cNvPicPr>
          <p:nvPr userDrawn="1"/>
        </p:nvPicPr>
        <p:blipFill>
          <a:blip r:embed="rId4"/>
          <a:stretch>
            <a:fillRect/>
          </a:stretch>
        </p:blipFill>
        <p:spPr>
          <a:xfrm>
            <a:off x="11511280" y="6136808"/>
            <a:ext cx="680720" cy="584667"/>
          </a:xfrm>
          <a:prstGeom prst="rect">
            <a:avLst/>
          </a:prstGeom>
        </p:spPr>
      </p:pic>
      <p:sp>
        <p:nvSpPr>
          <p:cNvPr id="31" name="Rounded Rectangle 30"/>
          <p:cNvSpPr/>
          <p:nvPr userDrawn="1"/>
        </p:nvSpPr>
        <p:spPr>
          <a:xfrm>
            <a:off x="698500" y="1349372"/>
            <a:ext cx="906463" cy="54603"/>
          </a:xfrm>
          <a:prstGeom prst="roundRect">
            <a:avLst>
              <a:gd name="adj" fmla="val 50000"/>
            </a:avLst>
          </a:prstGeom>
          <a:solidFill>
            <a:srgbClr val="A9AA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2ACA9FEA-5CEE-4F7A-A457-1CCAE5DF7043}"/>
              </a:ext>
            </a:extLst>
          </p:cNvPr>
          <p:cNvPicPr>
            <a:picLocks noChangeAspect="1"/>
          </p:cNvPicPr>
          <p:nvPr userDrawn="1"/>
        </p:nvPicPr>
        <p:blipFill>
          <a:blip r:embed="rId5"/>
          <a:stretch>
            <a:fillRect/>
          </a:stretch>
        </p:blipFill>
        <p:spPr>
          <a:xfrm>
            <a:off x="0" y="-11976"/>
            <a:ext cx="3544389" cy="266366"/>
          </a:xfrm>
          <a:prstGeom prst="rect">
            <a:avLst/>
          </a:prstGeom>
        </p:spPr>
      </p:pic>
      <p:sp>
        <p:nvSpPr>
          <p:cNvPr id="14" name="Slide Number Placeholder 5">
            <a:extLst>
              <a:ext uri="{FF2B5EF4-FFF2-40B4-BE49-F238E27FC236}">
                <a16:creationId xmlns:a16="http://schemas.microsoft.com/office/drawing/2014/main" id="{237B0786-1107-4794-B9A1-D62C76F8F8E2}"/>
              </a:ext>
            </a:extLst>
          </p:cNvPr>
          <p:cNvSpPr>
            <a:spLocks noGrp="1"/>
          </p:cNvSpPr>
          <p:nvPr>
            <p:ph type="sldNum" sz="quarter" idx="12"/>
          </p:nvPr>
        </p:nvSpPr>
        <p:spPr>
          <a:xfrm>
            <a:off x="11663680" y="6350000"/>
            <a:ext cx="503158" cy="350512"/>
          </a:xfrm>
        </p:spPr>
        <p:txBody>
          <a:bodyPr/>
          <a:lstStyle>
            <a:lvl1pPr>
              <a:defRPr sz="1400" b="1">
                <a:solidFill>
                  <a:schemeClr val="bg1"/>
                </a:solidFill>
              </a:defRPr>
            </a:lvl1pPr>
          </a:lstStyle>
          <a:p>
            <a:r>
              <a:rPr lang="en-IN" dirty="0"/>
              <a:t>2</a:t>
            </a:r>
          </a:p>
        </p:txBody>
      </p:sp>
      <p:sp>
        <p:nvSpPr>
          <p:cNvPr id="15" name="Date Placeholder 4">
            <a:extLst>
              <a:ext uri="{FF2B5EF4-FFF2-40B4-BE49-F238E27FC236}">
                <a16:creationId xmlns:a16="http://schemas.microsoft.com/office/drawing/2014/main" id="{A89405C6-6DC8-4382-BC34-8D5DFB1792EA}"/>
              </a:ext>
            </a:extLst>
          </p:cNvPr>
          <p:cNvSpPr>
            <a:spLocks noGrp="1"/>
          </p:cNvSpPr>
          <p:nvPr>
            <p:ph type="dt" sz="half" idx="10"/>
          </p:nvPr>
        </p:nvSpPr>
        <p:spPr>
          <a:xfrm>
            <a:off x="567626" y="6335387"/>
            <a:ext cx="2743200" cy="365125"/>
          </a:xfrm>
        </p:spPr>
        <p:txBody>
          <a:bodyPr/>
          <a:lstStyle>
            <a:lvl1pPr>
              <a:defRPr>
                <a:latin typeface="Trebuchet MS" panose="020B0603020202020204" pitchFamily="34" charset="0"/>
              </a:defRPr>
            </a:lvl1pPr>
          </a:lstStyle>
          <a:p>
            <a:endParaRPr lang="en-IN" dirty="0"/>
          </a:p>
        </p:txBody>
      </p:sp>
      <p:sp>
        <p:nvSpPr>
          <p:cNvPr id="16" name="Footer Placeholder 5">
            <a:extLst>
              <a:ext uri="{FF2B5EF4-FFF2-40B4-BE49-F238E27FC236}">
                <a16:creationId xmlns:a16="http://schemas.microsoft.com/office/drawing/2014/main" id="{99538A48-E6DB-463C-8094-5B83EB630EFD}"/>
              </a:ext>
            </a:extLst>
          </p:cNvPr>
          <p:cNvSpPr>
            <a:spLocks noGrp="1"/>
          </p:cNvSpPr>
          <p:nvPr>
            <p:ph type="ftr" sz="quarter" idx="11"/>
          </p:nvPr>
        </p:nvSpPr>
        <p:spPr>
          <a:xfrm>
            <a:off x="4038600" y="6356350"/>
            <a:ext cx="4114800" cy="365125"/>
          </a:xfrm>
        </p:spPr>
        <p:txBody>
          <a:bodyPr/>
          <a:lstStyle>
            <a:lvl1pPr>
              <a:defRPr>
                <a:latin typeface="Trebuchet MS" panose="020B0603020202020204" pitchFamily="34" charset="0"/>
              </a:defRPr>
            </a:lvl1pPr>
          </a:lstStyle>
          <a:p>
            <a:endParaRPr lang="en-IN" dirty="0"/>
          </a:p>
        </p:txBody>
      </p:sp>
      <p:sp>
        <p:nvSpPr>
          <p:cNvPr id="4" name="Hexagon 3">
            <a:extLst>
              <a:ext uri="{FF2B5EF4-FFF2-40B4-BE49-F238E27FC236}">
                <a16:creationId xmlns:a16="http://schemas.microsoft.com/office/drawing/2014/main" id="{4ADCBFE3-6B71-FF1F-3D2D-D899374D980C}"/>
              </a:ext>
            </a:extLst>
          </p:cNvPr>
          <p:cNvSpPr>
            <a:spLocks noChangeAspect="1"/>
          </p:cNvSpPr>
          <p:nvPr userDrawn="1"/>
        </p:nvSpPr>
        <p:spPr>
          <a:xfrm>
            <a:off x="961095" y="2892883"/>
            <a:ext cx="1029454" cy="823563"/>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Lexend Deca" pitchFamily="2" charset="0"/>
              </a:rPr>
              <a:t>1998</a:t>
            </a:r>
            <a:endParaRPr lang="en-IN" sz="1600" dirty="0">
              <a:latin typeface="Lexend Deca" pitchFamily="2" charset="0"/>
            </a:endParaRPr>
          </a:p>
        </p:txBody>
      </p:sp>
      <p:sp>
        <p:nvSpPr>
          <p:cNvPr id="5" name="Hexagon 4">
            <a:extLst>
              <a:ext uri="{FF2B5EF4-FFF2-40B4-BE49-F238E27FC236}">
                <a16:creationId xmlns:a16="http://schemas.microsoft.com/office/drawing/2014/main" id="{3B7E4DD7-37D4-630F-187E-39AA3A435035}"/>
              </a:ext>
            </a:extLst>
          </p:cNvPr>
          <p:cNvSpPr>
            <a:spLocks noChangeAspect="1"/>
          </p:cNvSpPr>
          <p:nvPr userDrawn="1"/>
        </p:nvSpPr>
        <p:spPr>
          <a:xfrm>
            <a:off x="1810660" y="3501794"/>
            <a:ext cx="1029454" cy="823563"/>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Lexend Deca" pitchFamily="2" charset="0"/>
              </a:rPr>
              <a:t>2007</a:t>
            </a:r>
            <a:endParaRPr lang="en-IN" sz="1600" dirty="0">
              <a:latin typeface="Lexend Deca" pitchFamily="2" charset="0"/>
            </a:endParaRPr>
          </a:p>
        </p:txBody>
      </p:sp>
      <p:sp>
        <p:nvSpPr>
          <p:cNvPr id="6" name="Hexagon 5">
            <a:extLst>
              <a:ext uri="{FF2B5EF4-FFF2-40B4-BE49-F238E27FC236}">
                <a16:creationId xmlns:a16="http://schemas.microsoft.com/office/drawing/2014/main" id="{951E4EA8-927D-3CFA-E812-F3B13495F61C}"/>
              </a:ext>
            </a:extLst>
          </p:cNvPr>
          <p:cNvSpPr>
            <a:spLocks noChangeAspect="1"/>
          </p:cNvSpPr>
          <p:nvPr userDrawn="1"/>
        </p:nvSpPr>
        <p:spPr>
          <a:xfrm>
            <a:off x="2649479" y="2892883"/>
            <a:ext cx="1029454" cy="823563"/>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Lexend Deca" pitchFamily="2" charset="0"/>
              </a:rPr>
              <a:t>2008</a:t>
            </a:r>
            <a:endParaRPr lang="en-IN" sz="1600" dirty="0">
              <a:latin typeface="Lexend Deca" pitchFamily="2" charset="0"/>
            </a:endParaRPr>
          </a:p>
        </p:txBody>
      </p:sp>
      <p:sp>
        <p:nvSpPr>
          <p:cNvPr id="7" name="Hexagon 6">
            <a:extLst>
              <a:ext uri="{FF2B5EF4-FFF2-40B4-BE49-F238E27FC236}">
                <a16:creationId xmlns:a16="http://schemas.microsoft.com/office/drawing/2014/main" id="{1945E34C-761D-E011-CE2D-90DDE5E1CE67}"/>
              </a:ext>
            </a:extLst>
          </p:cNvPr>
          <p:cNvSpPr>
            <a:spLocks noChangeAspect="1"/>
          </p:cNvSpPr>
          <p:nvPr userDrawn="1"/>
        </p:nvSpPr>
        <p:spPr>
          <a:xfrm>
            <a:off x="3486526" y="3501794"/>
            <a:ext cx="1029454" cy="823563"/>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Lexend Deca" pitchFamily="2" charset="0"/>
              </a:rPr>
              <a:t>2010</a:t>
            </a:r>
            <a:endParaRPr lang="en-IN" sz="1600" dirty="0">
              <a:latin typeface="Lexend Deca" pitchFamily="2" charset="0"/>
            </a:endParaRPr>
          </a:p>
        </p:txBody>
      </p:sp>
      <p:sp>
        <p:nvSpPr>
          <p:cNvPr id="8" name="Hexagon 7">
            <a:extLst>
              <a:ext uri="{FF2B5EF4-FFF2-40B4-BE49-F238E27FC236}">
                <a16:creationId xmlns:a16="http://schemas.microsoft.com/office/drawing/2014/main" id="{C7A3328B-6076-A6A7-493F-7AC920418795}"/>
              </a:ext>
            </a:extLst>
          </p:cNvPr>
          <p:cNvSpPr>
            <a:spLocks noChangeAspect="1"/>
          </p:cNvSpPr>
          <p:nvPr userDrawn="1"/>
        </p:nvSpPr>
        <p:spPr>
          <a:xfrm>
            <a:off x="4340185" y="2892883"/>
            <a:ext cx="1029454" cy="823563"/>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Lexend Deca" pitchFamily="2" charset="0"/>
              </a:rPr>
              <a:t>2013</a:t>
            </a:r>
            <a:endParaRPr lang="en-IN" sz="1600" dirty="0">
              <a:latin typeface="Lexend Deca" pitchFamily="2" charset="0"/>
            </a:endParaRPr>
          </a:p>
        </p:txBody>
      </p:sp>
      <p:sp>
        <p:nvSpPr>
          <p:cNvPr id="9" name="Hexagon 8">
            <a:extLst>
              <a:ext uri="{FF2B5EF4-FFF2-40B4-BE49-F238E27FC236}">
                <a16:creationId xmlns:a16="http://schemas.microsoft.com/office/drawing/2014/main" id="{AF755086-041B-F290-29CE-4D22259B0180}"/>
              </a:ext>
            </a:extLst>
          </p:cNvPr>
          <p:cNvSpPr>
            <a:spLocks noChangeAspect="1"/>
          </p:cNvSpPr>
          <p:nvPr userDrawn="1"/>
        </p:nvSpPr>
        <p:spPr>
          <a:xfrm>
            <a:off x="5201694" y="3501794"/>
            <a:ext cx="1029454" cy="823563"/>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Lexend Deca" pitchFamily="2" charset="0"/>
              </a:rPr>
              <a:t>2019</a:t>
            </a:r>
            <a:endParaRPr lang="en-IN" sz="1600" dirty="0">
              <a:latin typeface="Lexend Deca" pitchFamily="2" charset="0"/>
            </a:endParaRPr>
          </a:p>
        </p:txBody>
      </p:sp>
      <p:sp>
        <p:nvSpPr>
          <p:cNvPr id="10" name="Hexagon 9">
            <a:extLst>
              <a:ext uri="{FF2B5EF4-FFF2-40B4-BE49-F238E27FC236}">
                <a16:creationId xmlns:a16="http://schemas.microsoft.com/office/drawing/2014/main" id="{6E6E20C8-9F6B-8B57-E534-5A5BBA731DCD}"/>
              </a:ext>
            </a:extLst>
          </p:cNvPr>
          <p:cNvSpPr>
            <a:spLocks noChangeAspect="1"/>
          </p:cNvSpPr>
          <p:nvPr userDrawn="1"/>
        </p:nvSpPr>
        <p:spPr>
          <a:xfrm>
            <a:off x="6075526" y="2930627"/>
            <a:ext cx="1029454" cy="823563"/>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Lexend Deca" pitchFamily="2" charset="0"/>
              </a:rPr>
              <a:t>2022</a:t>
            </a:r>
            <a:endParaRPr lang="en-IN" sz="1600" dirty="0">
              <a:latin typeface="Lexend Deca" pitchFamily="2" charset="0"/>
            </a:endParaRPr>
          </a:p>
        </p:txBody>
      </p:sp>
      <p:sp>
        <p:nvSpPr>
          <p:cNvPr id="11" name="Hexagon 10">
            <a:extLst>
              <a:ext uri="{FF2B5EF4-FFF2-40B4-BE49-F238E27FC236}">
                <a16:creationId xmlns:a16="http://schemas.microsoft.com/office/drawing/2014/main" id="{1760029C-1714-1061-73DF-4D592D9317B4}"/>
              </a:ext>
            </a:extLst>
          </p:cNvPr>
          <p:cNvSpPr>
            <a:spLocks noChangeAspect="1"/>
          </p:cNvSpPr>
          <p:nvPr userDrawn="1"/>
        </p:nvSpPr>
        <p:spPr>
          <a:xfrm>
            <a:off x="6942954" y="3510985"/>
            <a:ext cx="1029454" cy="823563"/>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Lexend Deca" pitchFamily="2" charset="0"/>
              </a:rPr>
              <a:t>2023</a:t>
            </a:r>
            <a:endParaRPr lang="en-IN" sz="1600" dirty="0">
              <a:latin typeface="Lexend Deca" pitchFamily="2" charset="0"/>
            </a:endParaRPr>
          </a:p>
        </p:txBody>
      </p:sp>
      <p:sp>
        <p:nvSpPr>
          <p:cNvPr id="12" name="Hexagon 11">
            <a:extLst>
              <a:ext uri="{FF2B5EF4-FFF2-40B4-BE49-F238E27FC236}">
                <a16:creationId xmlns:a16="http://schemas.microsoft.com/office/drawing/2014/main" id="{C52E275D-2642-FE79-E475-79541386B8A1}"/>
              </a:ext>
            </a:extLst>
          </p:cNvPr>
          <p:cNvSpPr>
            <a:spLocks noChangeAspect="1"/>
          </p:cNvSpPr>
          <p:nvPr userDrawn="1"/>
        </p:nvSpPr>
        <p:spPr>
          <a:xfrm>
            <a:off x="7802015" y="2930627"/>
            <a:ext cx="1029454" cy="823563"/>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Lexend Deca" pitchFamily="2" charset="0"/>
              </a:rPr>
              <a:t>2024</a:t>
            </a:r>
            <a:endParaRPr lang="en-IN" sz="1600" dirty="0">
              <a:latin typeface="Lexend Deca" pitchFamily="2" charset="0"/>
            </a:endParaRPr>
          </a:p>
        </p:txBody>
      </p:sp>
      <p:cxnSp>
        <p:nvCxnSpPr>
          <p:cNvPr id="18" name="Straight Connector 17">
            <a:extLst>
              <a:ext uri="{FF2B5EF4-FFF2-40B4-BE49-F238E27FC236}">
                <a16:creationId xmlns:a16="http://schemas.microsoft.com/office/drawing/2014/main" id="{5832E4DC-2FED-FF74-3468-8EBAC9427299}"/>
              </a:ext>
            </a:extLst>
          </p:cNvPr>
          <p:cNvCxnSpPr/>
          <p:nvPr userDrawn="1"/>
        </p:nvCxnSpPr>
        <p:spPr>
          <a:xfrm flipV="1">
            <a:off x="1434045" y="2316192"/>
            <a:ext cx="0" cy="53340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4A6A1C0-6C84-7F2B-3816-4F4E31471E50}"/>
              </a:ext>
            </a:extLst>
          </p:cNvPr>
          <p:cNvSpPr/>
          <p:nvPr userDrawn="1"/>
        </p:nvSpPr>
        <p:spPr>
          <a:xfrm>
            <a:off x="527763" y="1809313"/>
            <a:ext cx="1827744" cy="523220"/>
          </a:xfrm>
          <a:prstGeom prst="rect">
            <a:avLst/>
          </a:prstGeom>
        </p:spPr>
        <p:txBody>
          <a:bodyPr wrap="none">
            <a:spAutoFit/>
          </a:bodyPr>
          <a:lstStyle/>
          <a:p>
            <a:pPr algn="ctr"/>
            <a:r>
              <a:rPr lang="en-US" sz="1400" dirty="0">
                <a:latin typeface="Trebuchet MS" panose="020B0603020202020204" pitchFamily="34" charset="0"/>
                <a:cs typeface="Leelawadee UI" panose="020B0502040204020203" pitchFamily="34" charset="-34"/>
              </a:rPr>
              <a:t>B. Tech. Information</a:t>
            </a:r>
          </a:p>
          <a:p>
            <a:pPr algn="ctr"/>
            <a:r>
              <a:rPr lang="en-US" sz="1400" dirty="0">
                <a:latin typeface="Trebuchet MS" panose="020B0603020202020204" pitchFamily="34" charset="0"/>
                <a:cs typeface="Leelawadee UI" panose="020B0502040204020203" pitchFamily="34" charset="-34"/>
              </a:rPr>
              <a:t>Technology</a:t>
            </a:r>
            <a:endParaRPr lang="en-IN" sz="1400" dirty="0">
              <a:latin typeface="Trebuchet MS" panose="020B0603020202020204" pitchFamily="34" charset="0"/>
              <a:cs typeface="Leelawadee UI" panose="020B0502040204020203" pitchFamily="34" charset="-34"/>
            </a:endParaRPr>
          </a:p>
        </p:txBody>
      </p:sp>
      <p:cxnSp>
        <p:nvCxnSpPr>
          <p:cNvPr id="20" name="Straight Connector 19">
            <a:extLst>
              <a:ext uri="{FF2B5EF4-FFF2-40B4-BE49-F238E27FC236}">
                <a16:creationId xmlns:a16="http://schemas.microsoft.com/office/drawing/2014/main" id="{FACA93AD-9EE6-E019-86F8-A0F571EEC896}"/>
              </a:ext>
            </a:extLst>
          </p:cNvPr>
          <p:cNvCxnSpPr/>
          <p:nvPr userDrawn="1"/>
        </p:nvCxnSpPr>
        <p:spPr>
          <a:xfrm flipV="1">
            <a:off x="2313567" y="4343632"/>
            <a:ext cx="0" cy="53340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2CEC675-5DC3-F579-A06E-473A81301202}"/>
              </a:ext>
            </a:extLst>
          </p:cNvPr>
          <p:cNvSpPr/>
          <p:nvPr userDrawn="1"/>
        </p:nvSpPr>
        <p:spPr>
          <a:xfrm>
            <a:off x="1751326" y="2587882"/>
            <a:ext cx="1164101" cy="307777"/>
          </a:xfrm>
          <a:prstGeom prst="rect">
            <a:avLst/>
          </a:prstGeom>
        </p:spPr>
        <p:txBody>
          <a:bodyPr wrap="none">
            <a:spAutoFit/>
          </a:bodyPr>
          <a:lstStyle/>
          <a:p>
            <a:pPr algn="ctr"/>
            <a:r>
              <a:rPr lang="en-US" sz="1400" dirty="0">
                <a:latin typeface="Trebuchet MS" panose="020B0603020202020204" pitchFamily="34" charset="0"/>
                <a:cs typeface="Leelawadee UI" panose="020B0502040204020203" pitchFamily="34" charset="-34"/>
              </a:rPr>
              <a:t>Autonomous</a:t>
            </a:r>
            <a:endParaRPr lang="en-IN" sz="1400" dirty="0">
              <a:latin typeface="Trebuchet MS" panose="020B0603020202020204" pitchFamily="34" charset="0"/>
              <a:cs typeface="Leelawadee UI" panose="020B0502040204020203" pitchFamily="34" charset="-34"/>
            </a:endParaRPr>
          </a:p>
        </p:txBody>
      </p:sp>
      <p:cxnSp>
        <p:nvCxnSpPr>
          <p:cNvPr id="22" name="Straight Connector 21">
            <a:extLst>
              <a:ext uri="{FF2B5EF4-FFF2-40B4-BE49-F238E27FC236}">
                <a16:creationId xmlns:a16="http://schemas.microsoft.com/office/drawing/2014/main" id="{0AFC100A-BB4F-FD26-9B24-188959DC8BD4}"/>
              </a:ext>
            </a:extLst>
          </p:cNvPr>
          <p:cNvCxnSpPr/>
          <p:nvPr userDrawn="1"/>
        </p:nvCxnSpPr>
        <p:spPr>
          <a:xfrm flipV="1">
            <a:off x="2286530" y="2928172"/>
            <a:ext cx="0" cy="53340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E839805D-4F6E-409D-C1BB-103A61D56B83}"/>
              </a:ext>
            </a:extLst>
          </p:cNvPr>
          <p:cNvSpPr/>
          <p:nvPr userDrawn="1"/>
        </p:nvSpPr>
        <p:spPr>
          <a:xfrm>
            <a:off x="1499584" y="4929518"/>
            <a:ext cx="1622047" cy="307777"/>
          </a:xfrm>
          <a:prstGeom prst="rect">
            <a:avLst/>
          </a:prstGeom>
        </p:spPr>
        <p:txBody>
          <a:bodyPr wrap="none">
            <a:spAutoFit/>
          </a:bodyPr>
          <a:lstStyle/>
          <a:p>
            <a:pPr algn="ctr"/>
            <a:r>
              <a:rPr lang="en-US" sz="1400" dirty="0">
                <a:latin typeface="Trebuchet MS" panose="020B0603020202020204" pitchFamily="34" charset="0"/>
              </a:rPr>
              <a:t>NBA Accreditation</a:t>
            </a:r>
          </a:p>
        </p:txBody>
      </p:sp>
      <p:sp>
        <p:nvSpPr>
          <p:cNvPr id="26" name="Rectangle 25">
            <a:extLst>
              <a:ext uri="{FF2B5EF4-FFF2-40B4-BE49-F238E27FC236}">
                <a16:creationId xmlns:a16="http://schemas.microsoft.com/office/drawing/2014/main" id="{9913146C-6146-2DE6-F4DB-3138E28436E3}"/>
              </a:ext>
            </a:extLst>
          </p:cNvPr>
          <p:cNvSpPr/>
          <p:nvPr userDrawn="1"/>
        </p:nvSpPr>
        <p:spPr>
          <a:xfrm>
            <a:off x="3136750" y="4930963"/>
            <a:ext cx="1787669" cy="523220"/>
          </a:xfrm>
          <a:prstGeom prst="rect">
            <a:avLst/>
          </a:prstGeom>
        </p:spPr>
        <p:txBody>
          <a:bodyPr wrap="none">
            <a:spAutoFit/>
          </a:bodyPr>
          <a:lstStyle/>
          <a:p>
            <a:pPr algn="ctr"/>
            <a:r>
              <a:rPr lang="en-US" sz="1400" dirty="0">
                <a:latin typeface="Trebuchet MS" panose="020B0603020202020204" pitchFamily="34" charset="0"/>
                <a:cs typeface="Leelawadee UI" panose="020B0502040204020203" pitchFamily="34" charset="-34"/>
              </a:rPr>
              <a:t>M. Tech Information</a:t>
            </a:r>
          </a:p>
          <a:p>
            <a:pPr algn="ctr"/>
            <a:r>
              <a:rPr lang="en-US" sz="1400" dirty="0">
                <a:latin typeface="Trebuchet MS" panose="020B0603020202020204" pitchFamily="34" charset="0"/>
                <a:cs typeface="Leelawadee UI" panose="020B0502040204020203" pitchFamily="34" charset="-34"/>
              </a:rPr>
              <a:t>Technology</a:t>
            </a:r>
            <a:endParaRPr lang="en-IN" sz="1400" dirty="0">
              <a:latin typeface="Trebuchet MS" panose="020B0603020202020204" pitchFamily="34" charset="0"/>
              <a:cs typeface="Leelawadee UI" panose="020B0502040204020203" pitchFamily="34" charset="-34"/>
            </a:endParaRPr>
          </a:p>
        </p:txBody>
      </p:sp>
      <p:cxnSp>
        <p:nvCxnSpPr>
          <p:cNvPr id="32" name="Straight Connector 31">
            <a:extLst>
              <a:ext uri="{FF2B5EF4-FFF2-40B4-BE49-F238E27FC236}">
                <a16:creationId xmlns:a16="http://schemas.microsoft.com/office/drawing/2014/main" id="{7D94F4E6-43A6-FD11-5661-3D909E735F8A}"/>
              </a:ext>
            </a:extLst>
          </p:cNvPr>
          <p:cNvCxnSpPr/>
          <p:nvPr userDrawn="1"/>
        </p:nvCxnSpPr>
        <p:spPr>
          <a:xfrm flipV="1">
            <a:off x="4030581" y="4376628"/>
            <a:ext cx="0" cy="53340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69BF8538-E3E3-9B3F-873A-D694EC73B5AF}"/>
              </a:ext>
            </a:extLst>
          </p:cNvPr>
          <p:cNvSpPr/>
          <p:nvPr userDrawn="1"/>
        </p:nvSpPr>
        <p:spPr>
          <a:xfrm>
            <a:off x="3900803" y="1999016"/>
            <a:ext cx="2173352" cy="307777"/>
          </a:xfrm>
          <a:prstGeom prst="rect">
            <a:avLst/>
          </a:prstGeom>
        </p:spPr>
        <p:txBody>
          <a:bodyPr wrap="none">
            <a:spAutoFit/>
          </a:bodyPr>
          <a:lstStyle/>
          <a:p>
            <a:pPr algn="ctr"/>
            <a:r>
              <a:rPr lang="en-US" sz="1400" dirty="0">
                <a:latin typeface="Trebuchet MS" panose="020B0603020202020204" pitchFamily="34" charset="0"/>
                <a:cs typeface="Leelawadee UI" panose="020B0502040204020203" pitchFamily="34" charset="-34"/>
              </a:rPr>
              <a:t>Provisional Accreditation</a:t>
            </a:r>
            <a:endParaRPr lang="en-IN" sz="1400" dirty="0">
              <a:latin typeface="Trebuchet MS" panose="020B0603020202020204" pitchFamily="34" charset="0"/>
              <a:cs typeface="Leelawadee UI" panose="020B0502040204020203" pitchFamily="34" charset="-34"/>
            </a:endParaRPr>
          </a:p>
        </p:txBody>
      </p:sp>
      <p:cxnSp>
        <p:nvCxnSpPr>
          <p:cNvPr id="34" name="Straight Connector 33">
            <a:extLst>
              <a:ext uri="{FF2B5EF4-FFF2-40B4-BE49-F238E27FC236}">
                <a16:creationId xmlns:a16="http://schemas.microsoft.com/office/drawing/2014/main" id="{112ADDAD-21D9-0746-CDA0-E94798EC64DA}"/>
              </a:ext>
            </a:extLst>
          </p:cNvPr>
          <p:cNvCxnSpPr/>
          <p:nvPr userDrawn="1"/>
        </p:nvCxnSpPr>
        <p:spPr>
          <a:xfrm flipV="1">
            <a:off x="4883487" y="2301160"/>
            <a:ext cx="0" cy="53340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EA1A0BED-695D-D9AE-45E0-9D4BC9076D85}"/>
              </a:ext>
            </a:extLst>
          </p:cNvPr>
          <p:cNvSpPr/>
          <p:nvPr userDrawn="1"/>
        </p:nvSpPr>
        <p:spPr>
          <a:xfrm>
            <a:off x="5995714" y="1868328"/>
            <a:ext cx="1284327" cy="523220"/>
          </a:xfrm>
          <a:prstGeom prst="rect">
            <a:avLst/>
          </a:prstGeom>
        </p:spPr>
        <p:txBody>
          <a:bodyPr wrap="none">
            <a:spAutoFit/>
          </a:bodyPr>
          <a:lstStyle/>
          <a:p>
            <a:pPr algn="ctr"/>
            <a:r>
              <a:rPr lang="en-US" sz="1400" dirty="0">
                <a:latin typeface="Trebuchet MS" panose="020B0603020202020204" pitchFamily="34" charset="0"/>
                <a:cs typeface="Leelawadee UI" panose="020B0502040204020203" pitchFamily="34" charset="-34"/>
              </a:rPr>
              <a:t>M. Tech. Data</a:t>
            </a:r>
          </a:p>
          <a:p>
            <a:pPr algn="ctr"/>
            <a:r>
              <a:rPr lang="en-US" sz="1400" dirty="0">
                <a:latin typeface="Trebuchet MS" panose="020B0603020202020204" pitchFamily="34" charset="0"/>
                <a:cs typeface="Leelawadee UI" panose="020B0502040204020203" pitchFamily="34" charset="-34"/>
              </a:rPr>
              <a:t>Science</a:t>
            </a:r>
            <a:endParaRPr lang="en-IN" sz="1400" dirty="0">
              <a:latin typeface="Trebuchet MS" panose="020B0603020202020204" pitchFamily="34" charset="0"/>
              <a:cs typeface="Leelawadee UI" panose="020B0502040204020203" pitchFamily="34" charset="-34"/>
            </a:endParaRPr>
          </a:p>
        </p:txBody>
      </p:sp>
      <p:cxnSp>
        <p:nvCxnSpPr>
          <p:cNvPr id="36" name="Straight Connector 35">
            <a:extLst>
              <a:ext uri="{FF2B5EF4-FFF2-40B4-BE49-F238E27FC236}">
                <a16:creationId xmlns:a16="http://schemas.microsoft.com/office/drawing/2014/main" id="{974D70BA-B92F-F94E-287C-C54BDCAC9871}"/>
              </a:ext>
            </a:extLst>
          </p:cNvPr>
          <p:cNvCxnSpPr/>
          <p:nvPr userDrawn="1"/>
        </p:nvCxnSpPr>
        <p:spPr>
          <a:xfrm flipV="1">
            <a:off x="6628946" y="2359483"/>
            <a:ext cx="0" cy="53340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D3861BA3-94CA-899F-DD64-05C31D30AE1A}"/>
              </a:ext>
            </a:extLst>
          </p:cNvPr>
          <p:cNvSpPr/>
          <p:nvPr userDrawn="1"/>
        </p:nvSpPr>
        <p:spPr>
          <a:xfrm>
            <a:off x="6827383" y="4941834"/>
            <a:ext cx="1303563" cy="307777"/>
          </a:xfrm>
          <a:prstGeom prst="rect">
            <a:avLst/>
          </a:prstGeom>
        </p:spPr>
        <p:txBody>
          <a:bodyPr wrap="none">
            <a:spAutoFit/>
          </a:bodyPr>
          <a:lstStyle/>
          <a:p>
            <a:pPr algn="ctr"/>
            <a:r>
              <a:rPr lang="en-US" sz="1400" dirty="0">
                <a:latin typeface="Trebuchet MS" panose="020B0603020202020204" pitchFamily="34" charset="0"/>
                <a:cs typeface="Leelawadee UI" panose="020B0502040204020203" pitchFamily="34" charset="-34"/>
              </a:rPr>
              <a:t>MSME Funding</a:t>
            </a:r>
            <a:endParaRPr lang="en-IN" sz="1400" dirty="0">
              <a:latin typeface="Trebuchet MS" panose="020B0603020202020204" pitchFamily="34" charset="0"/>
              <a:cs typeface="Leelawadee UI" panose="020B0502040204020203" pitchFamily="34" charset="-34"/>
            </a:endParaRPr>
          </a:p>
        </p:txBody>
      </p:sp>
      <p:cxnSp>
        <p:nvCxnSpPr>
          <p:cNvPr id="38" name="Straight Connector 37">
            <a:extLst>
              <a:ext uri="{FF2B5EF4-FFF2-40B4-BE49-F238E27FC236}">
                <a16:creationId xmlns:a16="http://schemas.microsoft.com/office/drawing/2014/main" id="{B34F39B7-71B1-3C43-241A-F48A1490E3CC}"/>
              </a:ext>
            </a:extLst>
          </p:cNvPr>
          <p:cNvCxnSpPr/>
          <p:nvPr userDrawn="1"/>
        </p:nvCxnSpPr>
        <p:spPr>
          <a:xfrm flipV="1">
            <a:off x="7478921" y="4376628"/>
            <a:ext cx="0" cy="53340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CF155710-5783-C911-3DDD-DD389338A36C}"/>
              </a:ext>
            </a:extLst>
          </p:cNvPr>
          <p:cNvSpPr/>
          <p:nvPr userDrawn="1"/>
        </p:nvSpPr>
        <p:spPr>
          <a:xfrm>
            <a:off x="7782599" y="1903409"/>
            <a:ext cx="1303563" cy="307777"/>
          </a:xfrm>
          <a:prstGeom prst="rect">
            <a:avLst/>
          </a:prstGeom>
        </p:spPr>
        <p:txBody>
          <a:bodyPr wrap="none">
            <a:spAutoFit/>
          </a:bodyPr>
          <a:lstStyle/>
          <a:p>
            <a:pPr algn="ctr"/>
            <a:r>
              <a:rPr lang="en-US" sz="1400" dirty="0">
                <a:latin typeface="Trebuchet MS" panose="020B0603020202020204" pitchFamily="34" charset="0"/>
                <a:cs typeface="Leelawadee UI" panose="020B0502040204020203" pitchFamily="34" charset="-34"/>
              </a:rPr>
              <a:t>MSME Funding</a:t>
            </a:r>
            <a:endParaRPr lang="en-IN" sz="1400" dirty="0">
              <a:latin typeface="Trebuchet MS" panose="020B0603020202020204" pitchFamily="34" charset="0"/>
              <a:cs typeface="Leelawadee UI" panose="020B0502040204020203" pitchFamily="34" charset="-34"/>
            </a:endParaRPr>
          </a:p>
        </p:txBody>
      </p:sp>
      <p:cxnSp>
        <p:nvCxnSpPr>
          <p:cNvPr id="42" name="Straight Connector 41">
            <a:extLst>
              <a:ext uri="{FF2B5EF4-FFF2-40B4-BE49-F238E27FC236}">
                <a16:creationId xmlns:a16="http://schemas.microsoft.com/office/drawing/2014/main" id="{F13634F0-9321-B2F5-AEF0-B6B3D5302DD8}"/>
              </a:ext>
            </a:extLst>
          </p:cNvPr>
          <p:cNvCxnSpPr/>
          <p:nvPr userDrawn="1"/>
        </p:nvCxnSpPr>
        <p:spPr>
          <a:xfrm flipV="1">
            <a:off x="8360437" y="2245012"/>
            <a:ext cx="0" cy="60458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7091E9E2-1C33-A4E7-E29B-B9184B71535D}"/>
              </a:ext>
            </a:extLst>
          </p:cNvPr>
          <p:cNvSpPr/>
          <p:nvPr userDrawn="1"/>
        </p:nvSpPr>
        <p:spPr>
          <a:xfrm>
            <a:off x="2458034" y="1978971"/>
            <a:ext cx="1496693" cy="307777"/>
          </a:xfrm>
          <a:prstGeom prst="rect">
            <a:avLst/>
          </a:prstGeom>
        </p:spPr>
        <p:txBody>
          <a:bodyPr wrap="none">
            <a:spAutoFit/>
          </a:bodyPr>
          <a:lstStyle/>
          <a:p>
            <a:pPr algn="ctr"/>
            <a:r>
              <a:rPr lang="en-US" sz="1400" dirty="0">
                <a:latin typeface="Trebuchet MS" panose="020B0603020202020204" pitchFamily="34" charset="0"/>
                <a:cs typeface="Leelawadee UI" panose="020B0502040204020203" pitchFamily="34" charset="-34"/>
              </a:rPr>
              <a:t>Research Centre</a:t>
            </a:r>
          </a:p>
        </p:txBody>
      </p:sp>
      <p:sp>
        <p:nvSpPr>
          <p:cNvPr id="52" name="Rectangle 51">
            <a:extLst>
              <a:ext uri="{FF2B5EF4-FFF2-40B4-BE49-F238E27FC236}">
                <a16:creationId xmlns:a16="http://schemas.microsoft.com/office/drawing/2014/main" id="{DFED6512-ED5A-48C1-EFCE-063A04F248F3}"/>
              </a:ext>
            </a:extLst>
          </p:cNvPr>
          <p:cNvSpPr/>
          <p:nvPr userDrawn="1"/>
        </p:nvSpPr>
        <p:spPr>
          <a:xfrm>
            <a:off x="5181965" y="4950275"/>
            <a:ext cx="1132298" cy="307777"/>
          </a:xfrm>
          <a:prstGeom prst="rect">
            <a:avLst/>
          </a:prstGeom>
        </p:spPr>
        <p:txBody>
          <a:bodyPr wrap="none">
            <a:spAutoFit/>
          </a:bodyPr>
          <a:lstStyle/>
          <a:p>
            <a:pPr algn="ctr"/>
            <a:r>
              <a:rPr lang="en-US" sz="1400" dirty="0">
                <a:latin typeface="Trebuchet MS" panose="020B0603020202020204" pitchFamily="34" charset="0"/>
              </a:rPr>
              <a:t>NBA – Tier 1</a:t>
            </a:r>
          </a:p>
        </p:txBody>
      </p:sp>
      <p:cxnSp>
        <p:nvCxnSpPr>
          <p:cNvPr id="53" name="Straight Connector 52">
            <a:extLst>
              <a:ext uri="{FF2B5EF4-FFF2-40B4-BE49-F238E27FC236}">
                <a16:creationId xmlns:a16="http://schemas.microsoft.com/office/drawing/2014/main" id="{383D4158-93AD-EEE8-67D4-60B48DABE9B9}"/>
              </a:ext>
            </a:extLst>
          </p:cNvPr>
          <p:cNvCxnSpPr/>
          <p:nvPr userDrawn="1"/>
        </p:nvCxnSpPr>
        <p:spPr>
          <a:xfrm flipV="1">
            <a:off x="3192191" y="2323008"/>
            <a:ext cx="0" cy="53340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410C248-DE93-278A-A8C5-21109AEAB741}"/>
              </a:ext>
            </a:extLst>
          </p:cNvPr>
          <p:cNvCxnSpPr/>
          <p:nvPr userDrawn="1"/>
        </p:nvCxnSpPr>
        <p:spPr>
          <a:xfrm flipV="1">
            <a:off x="5746858" y="4380715"/>
            <a:ext cx="0" cy="53340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EB4E5ED5-6BA8-00F8-19FE-51089CF18BC8}"/>
              </a:ext>
            </a:extLst>
          </p:cNvPr>
          <p:cNvSpPr/>
          <p:nvPr userDrawn="1"/>
        </p:nvSpPr>
        <p:spPr>
          <a:xfrm>
            <a:off x="5895654" y="4350714"/>
            <a:ext cx="1484445" cy="523220"/>
          </a:xfrm>
          <a:prstGeom prst="rect">
            <a:avLst/>
          </a:prstGeom>
        </p:spPr>
        <p:txBody>
          <a:bodyPr wrap="none">
            <a:spAutoFit/>
          </a:bodyPr>
          <a:lstStyle/>
          <a:p>
            <a:pPr algn="ctr"/>
            <a:r>
              <a:rPr lang="en-US" sz="1400" dirty="0">
                <a:latin typeface="Trebuchet MS" panose="020B0603020202020204" pitchFamily="34" charset="0"/>
                <a:cs typeface="Leelawadee UI" panose="020B0502040204020203" pitchFamily="34" charset="-34"/>
              </a:rPr>
              <a:t>NBA Compliance</a:t>
            </a:r>
          </a:p>
          <a:p>
            <a:pPr algn="ctr"/>
            <a:r>
              <a:rPr lang="en-US" sz="1400" dirty="0">
                <a:latin typeface="Trebuchet MS" panose="020B0603020202020204" pitchFamily="34" charset="0"/>
                <a:cs typeface="Leelawadee UI" panose="020B0502040204020203" pitchFamily="34" charset="-34"/>
              </a:rPr>
              <a:t>(3 years)</a:t>
            </a:r>
            <a:endParaRPr lang="en-IN" sz="1400" dirty="0">
              <a:latin typeface="Trebuchet MS" panose="020B0603020202020204" pitchFamily="34" charset="0"/>
              <a:cs typeface="Leelawadee UI" panose="020B0502040204020203" pitchFamily="34" charset="-34"/>
            </a:endParaRPr>
          </a:p>
        </p:txBody>
      </p:sp>
      <p:cxnSp>
        <p:nvCxnSpPr>
          <p:cNvPr id="58" name="Straight Connector 57">
            <a:extLst>
              <a:ext uri="{FF2B5EF4-FFF2-40B4-BE49-F238E27FC236}">
                <a16:creationId xmlns:a16="http://schemas.microsoft.com/office/drawing/2014/main" id="{BCE5ADC4-01DF-735D-826A-79DCD0ED468C}"/>
              </a:ext>
            </a:extLst>
          </p:cNvPr>
          <p:cNvCxnSpPr/>
          <p:nvPr userDrawn="1"/>
        </p:nvCxnSpPr>
        <p:spPr>
          <a:xfrm flipV="1">
            <a:off x="6628946" y="3843228"/>
            <a:ext cx="0" cy="53340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E3A0A3FB-11F4-66F2-E02D-D56C5DD2F8A2}"/>
              </a:ext>
            </a:extLst>
          </p:cNvPr>
          <p:cNvSpPr/>
          <p:nvPr userDrawn="1"/>
        </p:nvSpPr>
        <p:spPr>
          <a:xfrm>
            <a:off x="9052805" y="2689712"/>
            <a:ext cx="3147828" cy="2184222"/>
          </a:xfrm>
          <a:prstGeom prst="rect">
            <a:avLst/>
          </a:prstGeom>
          <a:solidFill>
            <a:srgbClr val="23245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4"/>
            <a:endParaRPr lang="en-IN" dirty="0"/>
          </a:p>
        </p:txBody>
      </p:sp>
      <p:sp>
        <p:nvSpPr>
          <p:cNvPr id="60" name="Rectangle 59">
            <a:extLst>
              <a:ext uri="{FF2B5EF4-FFF2-40B4-BE49-F238E27FC236}">
                <a16:creationId xmlns:a16="http://schemas.microsoft.com/office/drawing/2014/main" id="{A1C7F5E4-DFE6-6F1B-5C50-D91737960933}"/>
              </a:ext>
            </a:extLst>
          </p:cNvPr>
          <p:cNvSpPr/>
          <p:nvPr userDrawn="1"/>
        </p:nvSpPr>
        <p:spPr>
          <a:xfrm>
            <a:off x="11978602" y="2689711"/>
            <a:ext cx="220628" cy="2184222"/>
          </a:xfrm>
          <a:prstGeom prst="rect">
            <a:avLst/>
          </a:prstGeom>
          <a:solidFill>
            <a:srgbClr val="F3772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TextBox 60">
            <a:extLst>
              <a:ext uri="{FF2B5EF4-FFF2-40B4-BE49-F238E27FC236}">
                <a16:creationId xmlns:a16="http://schemas.microsoft.com/office/drawing/2014/main" id="{1013B7E2-49CE-8898-7407-307F3D39245A}"/>
              </a:ext>
            </a:extLst>
          </p:cNvPr>
          <p:cNvSpPr txBox="1"/>
          <p:nvPr userDrawn="1"/>
        </p:nvSpPr>
        <p:spPr>
          <a:xfrm>
            <a:off x="9250724" y="2791669"/>
            <a:ext cx="2149948" cy="338554"/>
          </a:xfrm>
          <a:prstGeom prst="rect">
            <a:avLst/>
          </a:prstGeom>
          <a:noFill/>
        </p:spPr>
        <p:txBody>
          <a:bodyPr wrap="none" rtlCol="0">
            <a:spAutoFit/>
          </a:bodyPr>
          <a:lstStyle/>
          <a:p>
            <a:r>
              <a:rPr lang="en-US" sz="1600" dirty="0">
                <a:solidFill>
                  <a:schemeClr val="bg1"/>
                </a:solidFill>
                <a:latin typeface="Trebuchet MS" panose="020B0603020202020204" pitchFamily="34" charset="0"/>
              </a:rPr>
              <a:t>Programmes Offered:</a:t>
            </a:r>
            <a:endParaRPr lang="en-IN" sz="1600" dirty="0">
              <a:solidFill>
                <a:schemeClr val="bg1"/>
              </a:solidFill>
              <a:latin typeface="Trebuchet MS" panose="020B0603020202020204" pitchFamily="34" charset="0"/>
            </a:endParaRPr>
          </a:p>
        </p:txBody>
      </p:sp>
      <p:sp>
        <p:nvSpPr>
          <p:cNvPr id="62" name="TextBox 61">
            <a:extLst>
              <a:ext uri="{FF2B5EF4-FFF2-40B4-BE49-F238E27FC236}">
                <a16:creationId xmlns:a16="http://schemas.microsoft.com/office/drawing/2014/main" id="{DCDA4523-6583-0D88-5725-A2FCFDF95BE8}"/>
              </a:ext>
            </a:extLst>
          </p:cNvPr>
          <p:cNvSpPr txBox="1"/>
          <p:nvPr userDrawn="1"/>
        </p:nvSpPr>
        <p:spPr>
          <a:xfrm>
            <a:off x="9250724" y="3173761"/>
            <a:ext cx="2752677" cy="1600438"/>
          </a:xfrm>
          <a:prstGeom prst="rect">
            <a:avLst/>
          </a:prstGeom>
          <a:noFill/>
        </p:spPr>
        <p:txBody>
          <a:bodyPr wrap="none" rtlCol="0">
            <a:spAutoFit/>
          </a:bodyPr>
          <a:lstStyle/>
          <a:p>
            <a:pPr marL="285750" indent="-285750">
              <a:buFont typeface="Arial" panose="020B0604020202020204" pitchFamily="34" charset="0"/>
              <a:buChar char="•"/>
            </a:pPr>
            <a:r>
              <a:rPr lang="en-US" sz="1400" b="1" dirty="0">
                <a:solidFill>
                  <a:srgbClr val="F3772A"/>
                </a:solidFill>
                <a:latin typeface="Trebuchet MS" panose="020B0603020202020204" pitchFamily="34" charset="0"/>
              </a:rPr>
              <a:t>B.Tech. </a:t>
            </a:r>
            <a:r>
              <a:rPr lang="en-US" sz="1400" dirty="0">
                <a:solidFill>
                  <a:srgbClr val="F3772A"/>
                </a:solidFill>
                <a:latin typeface="Trebuchet MS" panose="020B0603020202020204" pitchFamily="34" charset="0"/>
              </a:rPr>
              <a:t>–</a:t>
            </a:r>
          </a:p>
          <a:p>
            <a:pPr marL="0" indent="0">
              <a:buFont typeface="Arial" panose="020B0604020202020204" pitchFamily="34" charset="0"/>
              <a:buNone/>
            </a:pPr>
            <a:r>
              <a:rPr lang="en-US" sz="1400" dirty="0">
                <a:solidFill>
                  <a:schemeClr val="bg1"/>
                </a:solidFill>
                <a:latin typeface="Trebuchet MS" panose="020B0603020202020204" pitchFamily="34" charset="0"/>
              </a:rPr>
              <a:t>     Information Technology</a:t>
            </a:r>
          </a:p>
          <a:p>
            <a:pPr marL="285750" indent="-285750">
              <a:buFont typeface="Arial" panose="020B0604020202020204" pitchFamily="34" charset="0"/>
              <a:buChar char="•"/>
            </a:pPr>
            <a:r>
              <a:rPr lang="en-US" sz="1400" b="1" dirty="0">
                <a:solidFill>
                  <a:srgbClr val="F3772A"/>
                </a:solidFill>
                <a:latin typeface="Trebuchet MS" panose="020B0603020202020204" pitchFamily="34" charset="0"/>
              </a:rPr>
              <a:t>M.Tech. - </a:t>
            </a:r>
            <a:r>
              <a:rPr lang="en-US" sz="1400" dirty="0">
                <a:solidFill>
                  <a:srgbClr val="F3772A"/>
                </a:solidFill>
                <a:latin typeface="Trebuchet MS" panose="020B0603020202020204" pitchFamily="34" charset="0"/>
              </a:rPr>
              <a:t> </a:t>
            </a:r>
          </a:p>
          <a:p>
            <a:pPr marL="0" indent="0">
              <a:buFont typeface="Arial" panose="020B0604020202020204" pitchFamily="34" charset="0"/>
              <a:buNone/>
            </a:pPr>
            <a:r>
              <a:rPr lang="en-US" sz="1400" dirty="0">
                <a:solidFill>
                  <a:schemeClr val="bg1"/>
                </a:solidFill>
                <a:latin typeface="Trebuchet MS" panose="020B0603020202020204" pitchFamily="34" charset="0"/>
              </a:rPr>
              <a:t>     Data Science</a:t>
            </a:r>
          </a:p>
          <a:p>
            <a:pPr marL="285750" indent="-285750">
              <a:buFont typeface="Arial" panose="020B0604020202020204" pitchFamily="34" charset="0"/>
              <a:buChar char="•"/>
            </a:pPr>
            <a:r>
              <a:rPr lang="en-US" sz="1400" b="1" dirty="0">
                <a:solidFill>
                  <a:srgbClr val="F3772A"/>
                </a:solidFill>
                <a:latin typeface="Trebuchet MS" panose="020B0603020202020204" pitchFamily="34" charset="0"/>
              </a:rPr>
              <a:t>Ph.D. </a:t>
            </a:r>
            <a:r>
              <a:rPr lang="en-US" sz="1400" dirty="0">
                <a:solidFill>
                  <a:srgbClr val="F3772A"/>
                </a:solidFill>
                <a:latin typeface="Trebuchet MS" panose="020B0603020202020204" pitchFamily="34" charset="0"/>
              </a:rPr>
              <a:t>– </a:t>
            </a:r>
          </a:p>
          <a:p>
            <a:pPr marL="0" indent="0">
              <a:buFont typeface="Arial" panose="020B0604020202020204" pitchFamily="34" charset="0"/>
              <a:buNone/>
            </a:pPr>
            <a:r>
              <a:rPr lang="en-US" sz="1400" dirty="0">
                <a:solidFill>
                  <a:schemeClr val="bg1"/>
                </a:solidFill>
                <a:latin typeface="Trebuchet MS" panose="020B0603020202020204" pitchFamily="34" charset="0"/>
              </a:rPr>
              <a:t>     Information Communication </a:t>
            </a:r>
          </a:p>
          <a:p>
            <a:pPr marL="0" indent="0">
              <a:buFont typeface="Arial" panose="020B0604020202020204" pitchFamily="34" charset="0"/>
              <a:buNone/>
            </a:pPr>
            <a:r>
              <a:rPr lang="en-US" sz="1400" dirty="0">
                <a:solidFill>
                  <a:schemeClr val="bg1"/>
                </a:solidFill>
                <a:latin typeface="Trebuchet MS" panose="020B0603020202020204" pitchFamily="34" charset="0"/>
              </a:rPr>
              <a:t>     Engineering</a:t>
            </a:r>
            <a:endParaRPr lang="en-IN" sz="14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415191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4813" y="388291"/>
            <a:ext cx="9414013" cy="765995"/>
          </a:xfrm>
        </p:spPr>
        <p:txBody>
          <a:bodyPr>
            <a:normAutofit/>
          </a:bodyPr>
          <a:lstStyle>
            <a:lvl1pPr>
              <a:defRPr sz="3000" b="1">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Faculty Recognitions</a:t>
            </a:r>
            <a:endParaRPr lang="en-IN" dirty="0"/>
          </a:p>
        </p:txBody>
      </p:sp>
      <p:pic>
        <p:nvPicPr>
          <p:cNvPr id="27" name="Picture 26"/>
          <p:cNvPicPr>
            <a:picLocks noChangeAspect="1"/>
          </p:cNvPicPr>
          <p:nvPr userDrawn="1"/>
        </p:nvPicPr>
        <p:blipFill rotWithShape="1">
          <a:blip r:embed="rId2"/>
          <a:srcRect t="4364" r="2963" b="-1"/>
          <a:stretch/>
        </p:blipFill>
        <p:spPr>
          <a:xfrm>
            <a:off x="9988826" y="14151"/>
            <a:ext cx="2203174" cy="1514041"/>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sp>
        <p:nvSpPr>
          <p:cNvPr id="29" name="Rectangle 28"/>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Picture 29"/>
          <p:cNvPicPr>
            <a:picLocks noChangeAspect="1"/>
          </p:cNvPicPr>
          <p:nvPr userDrawn="1"/>
        </p:nvPicPr>
        <p:blipFill>
          <a:blip r:embed="rId4"/>
          <a:stretch>
            <a:fillRect/>
          </a:stretch>
        </p:blipFill>
        <p:spPr>
          <a:xfrm>
            <a:off x="11511280" y="6136808"/>
            <a:ext cx="680720" cy="584667"/>
          </a:xfrm>
          <a:prstGeom prst="rect">
            <a:avLst/>
          </a:prstGeom>
        </p:spPr>
      </p:pic>
      <p:sp>
        <p:nvSpPr>
          <p:cNvPr id="31" name="Rounded Rectangle 30"/>
          <p:cNvSpPr/>
          <p:nvPr userDrawn="1"/>
        </p:nvSpPr>
        <p:spPr>
          <a:xfrm>
            <a:off x="698500" y="1187447"/>
            <a:ext cx="906463" cy="54603"/>
          </a:xfrm>
          <a:prstGeom prst="roundRect">
            <a:avLst>
              <a:gd name="adj" fmla="val 50000"/>
            </a:avLst>
          </a:prstGeom>
          <a:solidFill>
            <a:srgbClr val="A9AA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2ACA9FEA-5CEE-4F7A-A457-1CCAE5DF7043}"/>
              </a:ext>
            </a:extLst>
          </p:cNvPr>
          <p:cNvPicPr>
            <a:picLocks noChangeAspect="1"/>
          </p:cNvPicPr>
          <p:nvPr userDrawn="1"/>
        </p:nvPicPr>
        <p:blipFill>
          <a:blip r:embed="rId5"/>
          <a:stretch>
            <a:fillRect/>
          </a:stretch>
        </p:blipFill>
        <p:spPr>
          <a:xfrm>
            <a:off x="0" y="-11976"/>
            <a:ext cx="3544389" cy="266366"/>
          </a:xfrm>
          <a:prstGeom prst="rect">
            <a:avLst/>
          </a:prstGeom>
        </p:spPr>
      </p:pic>
      <p:sp>
        <p:nvSpPr>
          <p:cNvPr id="14" name="Slide Number Placeholder 5">
            <a:extLst>
              <a:ext uri="{FF2B5EF4-FFF2-40B4-BE49-F238E27FC236}">
                <a16:creationId xmlns:a16="http://schemas.microsoft.com/office/drawing/2014/main" id="{237B0786-1107-4794-B9A1-D62C76F8F8E2}"/>
              </a:ext>
            </a:extLst>
          </p:cNvPr>
          <p:cNvSpPr>
            <a:spLocks noGrp="1"/>
          </p:cNvSpPr>
          <p:nvPr>
            <p:ph type="sldNum" sz="quarter" idx="12"/>
          </p:nvPr>
        </p:nvSpPr>
        <p:spPr>
          <a:xfrm>
            <a:off x="11663680" y="6350000"/>
            <a:ext cx="503158" cy="350512"/>
          </a:xfrm>
        </p:spPr>
        <p:txBody>
          <a:bodyPr/>
          <a:lstStyle>
            <a:lvl1pPr>
              <a:defRPr sz="1400" b="1">
                <a:solidFill>
                  <a:schemeClr val="bg1"/>
                </a:solidFill>
              </a:defRPr>
            </a:lvl1pPr>
          </a:lstStyle>
          <a:p>
            <a:r>
              <a:rPr lang="en-US" dirty="0"/>
              <a:t>3</a:t>
            </a:r>
            <a:endParaRPr lang="en-IN" dirty="0"/>
          </a:p>
        </p:txBody>
      </p:sp>
      <p:sp>
        <p:nvSpPr>
          <p:cNvPr id="15" name="Date Placeholder 4">
            <a:extLst>
              <a:ext uri="{FF2B5EF4-FFF2-40B4-BE49-F238E27FC236}">
                <a16:creationId xmlns:a16="http://schemas.microsoft.com/office/drawing/2014/main" id="{A89405C6-6DC8-4382-BC34-8D5DFB1792EA}"/>
              </a:ext>
            </a:extLst>
          </p:cNvPr>
          <p:cNvSpPr>
            <a:spLocks noGrp="1"/>
          </p:cNvSpPr>
          <p:nvPr>
            <p:ph type="dt" sz="half" idx="10"/>
          </p:nvPr>
        </p:nvSpPr>
        <p:spPr>
          <a:xfrm>
            <a:off x="567626" y="6335387"/>
            <a:ext cx="2743200" cy="365125"/>
          </a:xfrm>
        </p:spPr>
        <p:txBody>
          <a:bodyPr/>
          <a:lstStyle>
            <a:lvl1pPr>
              <a:defRPr>
                <a:latin typeface="Trebuchet MS" panose="020B0603020202020204" pitchFamily="34" charset="0"/>
              </a:defRPr>
            </a:lvl1pPr>
          </a:lstStyle>
          <a:p>
            <a:endParaRPr lang="en-IN" dirty="0"/>
          </a:p>
        </p:txBody>
      </p:sp>
      <p:sp>
        <p:nvSpPr>
          <p:cNvPr id="16" name="Footer Placeholder 5">
            <a:extLst>
              <a:ext uri="{FF2B5EF4-FFF2-40B4-BE49-F238E27FC236}">
                <a16:creationId xmlns:a16="http://schemas.microsoft.com/office/drawing/2014/main" id="{99538A48-E6DB-463C-8094-5B83EB630EFD}"/>
              </a:ext>
            </a:extLst>
          </p:cNvPr>
          <p:cNvSpPr>
            <a:spLocks noGrp="1"/>
          </p:cNvSpPr>
          <p:nvPr>
            <p:ph type="ftr" sz="quarter" idx="11"/>
          </p:nvPr>
        </p:nvSpPr>
        <p:spPr>
          <a:xfrm>
            <a:off x="4038600" y="6356350"/>
            <a:ext cx="4114800" cy="365125"/>
          </a:xfrm>
        </p:spPr>
        <p:txBody>
          <a:bodyPr/>
          <a:lstStyle>
            <a:lvl1pPr>
              <a:defRPr>
                <a:latin typeface="Trebuchet MS" panose="020B0603020202020204" pitchFamily="34" charset="0"/>
              </a:defRPr>
            </a:lvl1pPr>
          </a:lstStyle>
          <a:p>
            <a:endParaRPr lang="en-IN" dirty="0"/>
          </a:p>
        </p:txBody>
      </p:sp>
      <p:sp>
        <p:nvSpPr>
          <p:cNvPr id="17" name="Hexagon 16">
            <a:extLst>
              <a:ext uri="{FF2B5EF4-FFF2-40B4-BE49-F238E27FC236}">
                <a16:creationId xmlns:a16="http://schemas.microsoft.com/office/drawing/2014/main" id="{AD2D3FF5-A76D-D567-9379-DD0F9BACFF83}"/>
              </a:ext>
            </a:extLst>
          </p:cNvPr>
          <p:cNvSpPr>
            <a:spLocks noChangeAspect="1"/>
          </p:cNvSpPr>
          <p:nvPr userDrawn="1"/>
        </p:nvSpPr>
        <p:spPr>
          <a:xfrm>
            <a:off x="489403" y="1815139"/>
            <a:ext cx="859971" cy="687977"/>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Lexend Deca" pitchFamily="2" charset="0"/>
              </a:rPr>
              <a:t>24</a:t>
            </a:r>
            <a:endParaRPr kumimoji="0" lang="en-IN" sz="2400" b="0" i="0" u="none" strike="noStrike" kern="1200" cap="none" spc="0" normalizeH="0" baseline="0" noProof="0" dirty="0">
              <a:ln>
                <a:noFill/>
              </a:ln>
              <a:solidFill>
                <a:schemeClr val="bg1"/>
              </a:solidFill>
              <a:effectLst/>
              <a:uLnTx/>
              <a:uFillTx/>
              <a:latin typeface="Lexend Deca" pitchFamily="2" charset="0"/>
            </a:endParaRPr>
          </a:p>
        </p:txBody>
      </p:sp>
      <p:sp>
        <p:nvSpPr>
          <p:cNvPr id="24" name="Hexagon 23">
            <a:extLst>
              <a:ext uri="{FF2B5EF4-FFF2-40B4-BE49-F238E27FC236}">
                <a16:creationId xmlns:a16="http://schemas.microsoft.com/office/drawing/2014/main" id="{E3BD5CC5-4613-344A-E4BE-7D526EBDA5C9}"/>
              </a:ext>
            </a:extLst>
          </p:cNvPr>
          <p:cNvSpPr>
            <a:spLocks noChangeAspect="1"/>
          </p:cNvSpPr>
          <p:nvPr userDrawn="1"/>
        </p:nvSpPr>
        <p:spPr>
          <a:xfrm>
            <a:off x="1349374" y="2159127"/>
            <a:ext cx="859971" cy="687977"/>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Lexend Deca" pitchFamily="2" charset="0"/>
              </a:rPr>
              <a:t>09</a:t>
            </a:r>
            <a:endParaRPr kumimoji="0" lang="en-IN" sz="2400" b="0" i="0" u="none" strike="noStrike" kern="1200" cap="none" spc="0" normalizeH="0" baseline="0" noProof="0" dirty="0">
              <a:ln>
                <a:noFill/>
              </a:ln>
              <a:solidFill>
                <a:schemeClr val="bg1"/>
              </a:solidFill>
              <a:effectLst/>
              <a:uLnTx/>
              <a:uFillTx/>
              <a:latin typeface="Lexend Deca" pitchFamily="2" charset="0"/>
            </a:endParaRPr>
          </a:p>
        </p:txBody>
      </p:sp>
      <p:sp>
        <p:nvSpPr>
          <p:cNvPr id="25" name="Hexagon 24">
            <a:extLst>
              <a:ext uri="{FF2B5EF4-FFF2-40B4-BE49-F238E27FC236}">
                <a16:creationId xmlns:a16="http://schemas.microsoft.com/office/drawing/2014/main" id="{995659FF-A1E9-64FC-C689-1CC5502B0CBF}"/>
              </a:ext>
            </a:extLst>
          </p:cNvPr>
          <p:cNvSpPr>
            <a:spLocks noChangeAspect="1"/>
          </p:cNvSpPr>
          <p:nvPr userDrawn="1"/>
        </p:nvSpPr>
        <p:spPr>
          <a:xfrm>
            <a:off x="2209345" y="1836910"/>
            <a:ext cx="859971" cy="687977"/>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Lexend Deca" pitchFamily="2" charset="0"/>
              </a:rPr>
              <a:t>02</a:t>
            </a:r>
            <a:endParaRPr kumimoji="0" lang="en-IN" sz="2400" b="0" i="0" u="none" strike="noStrike" kern="1200" cap="none" spc="0" normalizeH="0" baseline="0" noProof="0" dirty="0">
              <a:ln>
                <a:noFill/>
              </a:ln>
              <a:solidFill>
                <a:schemeClr val="bg1"/>
              </a:solidFill>
              <a:effectLst/>
              <a:uLnTx/>
              <a:uFillTx/>
              <a:latin typeface="Lexend Deca" pitchFamily="2" charset="0"/>
            </a:endParaRPr>
          </a:p>
        </p:txBody>
      </p:sp>
      <p:sp>
        <p:nvSpPr>
          <p:cNvPr id="39" name="Hexagon 38">
            <a:extLst>
              <a:ext uri="{FF2B5EF4-FFF2-40B4-BE49-F238E27FC236}">
                <a16:creationId xmlns:a16="http://schemas.microsoft.com/office/drawing/2014/main" id="{18D6ECDA-8CBC-AF15-DF7A-87C177C55878}"/>
              </a:ext>
            </a:extLst>
          </p:cNvPr>
          <p:cNvSpPr>
            <a:spLocks noChangeAspect="1"/>
          </p:cNvSpPr>
          <p:nvPr userDrawn="1"/>
        </p:nvSpPr>
        <p:spPr>
          <a:xfrm>
            <a:off x="3069316" y="2159127"/>
            <a:ext cx="859971" cy="687977"/>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Lexend Deca" pitchFamily="2" charset="0"/>
              </a:rPr>
              <a:t>04</a:t>
            </a:r>
            <a:endParaRPr kumimoji="0" lang="en-IN" sz="2400" b="0" i="0" u="none" strike="noStrike" kern="1200" cap="none" spc="0" normalizeH="0" baseline="0" noProof="0" dirty="0">
              <a:ln>
                <a:noFill/>
              </a:ln>
              <a:solidFill>
                <a:schemeClr val="bg1"/>
              </a:solidFill>
              <a:effectLst/>
              <a:uLnTx/>
              <a:uFillTx/>
              <a:latin typeface="Lexend Deca" pitchFamily="2" charset="0"/>
            </a:endParaRPr>
          </a:p>
        </p:txBody>
      </p:sp>
      <p:sp>
        <p:nvSpPr>
          <p:cNvPr id="40" name="Hexagon 39">
            <a:extLst>
              <a:ext uri="{FF2B5EF4-FFF2-40B4-BE49-F238E27FC236}">
                <a16:creationId xmlns:a16="http://schemas.microsoft.com/office/drawing/2014/main" id="{CC305674-9C10-247C-3C9E-946F721CEF9D}"/>
              </a:ext>
            </a:extLst>
          </p:cNvPr>
          <p:cNvSpPr>
            <a:spLocks noChangeAspect="1"/>
          </p:cNvSpPr>
          <p:nvPr userDrawn="1"/>
        </p:nvSpPr>
        <p:spPr>
          <a:xfrm>
            <a:off x="3929287" y="1836910"/>
            <a:ext cx="859971" cy="687977"/>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Lexend Deca" pitchFamily="2" charset="0"/>
              </a:rPr>
              <a:t>01</a:t>
            </a:r>
            <a:endParaRPr kumimoji="0" lang="en-IN" sz="2400" b="0" i="0" u="none" strike="noStrike" kern="1200" cap="none" spc="0" normalizeH="0" baseline="0" noProof="0" dirty="0">
              <a:ln>
                <a:noFill/>
              </a:ln>
              <a:solidFill>
                <a:schemeClr val="bg1"/>
              </a:solidFill>
              <a:effectLst/>
              <a:uLnTx/>
              <a:uFillTx/>
              <a:latin typeface="Lexend Deca" pitchFamily="2" charset="0"/>
            </a:endParaRPr>
          </a:p>
        </p:txBody>
      </p:sp>
      <p:sp>
        <p:nvSpPr>
          <p:cNvPr id="43" name="Hexagon 42">
            <a:extLst>
              <a:ext uri="{FF2B5EF4-FFF2-40B4-BE49-F238E27FC236}">
                <a16:creationId xmlns:a16="http://schemas.microsoft.com/office/drawing/2014/main" id="{E6A038B5-6C69-0BDF-1AF7-BA1B9A31822D}"/>
              </a:ext>
            </a:extLst>
          </p:cNvPr>
          <p:cNvSpPr>
            <a:spLocks noChangeAspect="1"/>
          </p:cNvSpPr>
          <p:nvPr userDrawn="1"/>
        </p:nvSpPr>
        <p:spPr>
          <a:xfrm>
            <a:off x="4789258" y="2180898"/>
            <a:ext cx="859971" cy="687977"/>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Lexend Deca" pitchFamily="2" charset="0"/>
              </a:rPr>
              <a:t>06</a:t>
            </a:r>
            <a:endParaRPr kumimoji="0" lang="en-IN" sz="2400" b="0" i="0" u="none" strike="noStrike" kern="1200" cap="none" spc="0" normalizeH="0" baseline="0" noProof="0" dirty="0">
              <a:ln>
                <a:noFill/>
              </a:ln>
              <a:solidFill>
                <a:schemeClr val="bg1"/>
              </a:solidFill>
              <a:effectLst/>
              <a:uLnTx/>
              <a:uFillTx/>
              <a:latin typeface="Lexend Deca" pitchFamily="2" charset="0"/>
            </a:endParaRPr>
          </a:p>
        </p:txBody>
      </p:sp>
      <p:sp>
        <p:nvSpPr>
          <p:cNvPr id="44" name="Rectangle 43">
            <a:extLst>
              <a:ext uri="{FF2B5EF4-FFF2-40B4-BE49-F238E27FC236}">
                <a16:creationId xmlns:a16="http://schemas.microsoft.com/office/drawing/2014/main" id="{99F191A5-0FFD-7CA4-4849-81B4749E4555}"/>
              </a:ext>
            </a:extLst>
          </p:cNvPr>
          <p:cNvSpPr/>
          <p:nvPr userDrawn="1"/>
        </p:nvSpPr>
        <p:spPr>
          <a:xfrm>
            <a:off x="406261" y="1333145"/>
            <a:ext cx="2501766" cy="369332"/>
          </a:xfrm>
          <a:prstGeom prst="rect">
            <a:avLst/>
          </a:prstGeom>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2762A"/>
                </a:solidFill>
                <a:effectLst/>
                <a:uLnTx/>
                <a:uFillTx/>
                <a:latin typeface="Trebuchet MS" panose="020B0603020202020204" pitchFamily="34" charset="0"/>
              </a:rPr>
              <a:t>Faculty Profile</a:t>
            </a:r>
            <a:endParaRPr kumimoji="0" lang="en-IN" b="1" i="0" u="none" strike="noStrike" kern="1200" cap="none" spc="0" normalizeH="0" baseline="0" noProof="0" dirty="0">
              <a:ln>
                <a:noFill/>
              </a:ln>
              <a:solidFill>
                <a:srgbClr val="F2762A"/>
              </a:solidFill>
              <a:effectLst/>
              <a:uLnTx/>
              <a:uFillTx/>
              <a:latin typeface="Trebuchet MS" panose="020B0603020202020204" pitchFamily="34" charset="0"/>
            </a:endParaRPr>
          </a:p>
        </p:txBody>
      </p:sp>
      <p:sp>
        <p:nvSpPr>
          <p:cNvPr id="45" name="Rectangle 44">
            <a:extLst>
              <a:ext uri="{FF2B5EF4-FFF2-40B4-BE49-F238E27FC236}">
                <a16:creationId xmlns:a16="http://schemas.microsoft.com/office/drawing/2014/main" id="{E3ABD02F-3E16-A78A-7C08-71B17E9B94DB}"/>
              </a:ext>
            </a:extLst>
          </p:cNvPr>
          <p:cNvSpPr/>
          <p:nvPr userDrawn="1"/>
        </p:nvSpPr>
        <p:spPr>
          <a:xfrm>
            <a:off x="505342" y="2539029"/>
            <a:ext cx="829073" cy="307777"/>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Faculty</a:t>
            </a:r>
            <a:endParaRPr kumimoji="0" lang="en-IN" sz="1400" b="0" i="0" u="none" strike="noStrike" kern="1200" cap="none" spc="0" normalizeH="0" baseline="0" noProof="0" dirty="0">
              <a:ln>
                <a:noFill/>
              </a:ln>
              <a:solidFill>
                <a:prstClr val="black"/>
              </a:solidFill>
              <a:effectLst/>
              <a:uLnTx/>
              <a:uFillTx/>
              <a:latin typeface="Lexend Deca" pitchFamily="2" charset="0"/>
            </a:endParaRPr>
          </a:p>
        </p:txBody>
      </p:sp>
      <p:sp>
        <p:nvSpPr>
          <p:cNvPr id="46" name="Rectangle 45">
            <a:extLst>
              <a:ext uri="{FF2B5EF4-FFF2-40B4-BE49-F238E27FC236}">
                <a16:creationId xmlns:a16="http://schemas.microsoft.com/office/drawing/2014/main" id="{F2AEE8B3-4939-B4DA-8C2C-BEADBD451B99}"/>
              </a:ext>
            </a:extLst>
          </p:cNvPr>
          <p:cNvSpPr/>
          <p:nvPr userDrawn="1"/>
        </p:nvSpPr>
        <p:spPr>
          <a:xfrm>
            <a:off x="1182618" y="2877583"/>
            <a:ext cx="1152880" cy="523220"/>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Ph.D.</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Doctorates</a:t>
            </a:r>
            <a:endParaRPr kumimoji="0" lang="en-IN" sz="1400" b="0" i="0" u="none" strike="noStrike" kern="1200" cap="none" spc="0" normalizeH="0" baseline="0" noProof="0" dirty="0">
              <a:ln>
                <a:noFill/>
              </a:ln>
              <a:solidFill>
                <a:prstClr val="black"/>
              </a:solidFill>
              <a:effectLst/>
              <a:uLnTx/>
              <a:uFillTx/>
              <a:latin typeface="Lexend Deca" pitchFamily="2" charset="0"/>
            </a:endParaRPr>
          </a:p>
        </p:txBody>
      </p:sp>
      <p:sp>
        <p:nvSpPr>
          <p:cNvPr id="47" name="Rectangle 46">
            <a:extLst>
              <a:ext uri="{FF2B5EF4-FFF2-40B4-BE49-F238E27FC236}">
                <a16:creationId xmlns:a16="http://schemas.microsoft.com/office/drawing/2014/main" id="{6877F50F-13A1-334F-B076-872D02279F2B}"/>
              </a:ext>
            </a:extLst>
          </p:cNvPr>
          <p:cNvSpPr/>
          <p:nvPr userDrawn="1"/>
        </p:nvSpPr>
        <p:spPr>
          <a:xfrm>
            <a:off x="2079724" y="2598910"/>
            <a:ext cx="1119216" cy="523220"/>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Ph.D.</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Supervisor</a:t>
            </a:r>
            <a:endParaRPr kumimoji="0" lang="en-IN" sz="1400" b="0" i="0" u="none" strike="noStrike" kern="1200" cap="none" spc="0" normalizeH="0" baseline="0" noProof="0" dirty="0">
              <a:ln>
                <a:noFill/>
              </a:ln>
              <a:solidFill>
                <a:prstClr val="black"/>
              </a:solidFill>
              <a:effectLst/>
              <a:uLnTx/>
              <a:uFillTx/>
              <a:latin typeface="Lexend Deca" pitchFamily="2" charset="0"/>
            </a:endParaRPr>
          </a:p>
        </p:txBody>
      </p:sp>
      <p:sp>
        <p:nvSpPr>
          <p:cNvPr id="48" name="Rectangle 47">
            <a:extLst>
              <a:ext uri="{FF2B5EF4-FFF2-40B4-BE49-F238E27FC236}">
                <a16:creationId xmlns:a16="http://schemas.microsoft.com/office/drawing/2014/main" id="{21C753A5-B639-2B86-A4DC-6E288182C637}"/>
              </a:ext>
            </a:extLst>
          </p:cNvPr>
          <p:cNvSpPr/>
          <p:nvPr userDrawn="1"/>
        </p:nvSpPr>
        <p:spPr>
          <a:xfrm>
            <a:off x="3077525" y="2917943"/>
            <a:ext cx="949299" cy="523220"/>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Ph.D.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Pursuing</a:t>
            </a:r>
            <a:endParaRPr kumimoji="0" lang="en-IN" sz="1400" b="0" i="0" u="none" strike="noStrike" kern="1200" cap="none" spc="0" normalizeH="0" baseline="0" noProof="0" dirty="0">
              <a:ln>
                <a:noFill/>
              </a:ln>
              <a:solidFill>
                <a:prstClr val="black"/>
              </a:solidFill>
              <a:effectLst/>
              <a:uLnTx/>
              <a:uFillTx/>
              <a:latin typeface="Lexend Deca" pitchFamily="2" charset="0"/>
            </a:endParaRPr>
          </a:p>
        </p:txBody>
      </p:sp>
      <p:sp>
        <p:nvSpPr>
          <p:cNvPr id="49" name="Rectangle 48">
            <a:extLst>
              <a:ext uri="{FF2B5EF4-FFF2-40B4-BE49-F238E27FC236}">
                <a16:creationId xmlns:a16="http://schemas.microsoft.com/office/drawing/2014/main" id="{30C766C3-6257-4BE6-F469-8DCE999DE372}"/>
              </a:ext>
            </a:extLst>
          </p:cNvPr>
          <p:cNvSpPr/>
          <p:nvPr userDrawn="1"/>
        </p:nvSpPr>
        <p:spPr>
          <a:xfrm>
            <a:off x="3938325" y="2556491"/>
            <a:ext cx="841897" cy="523220"/>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Visiting</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Faculty</a:t>
            </a:r>
            <a:endParaRPr kumimoji="0" lang="en-IN" sz="1400" b="0" i="0" u="none" strike="noStrike" kern="1200" cap="none" spc="0" normalizeH="0" baseline="0" noProof="0" dirty="0">
              <a:ln>
                <a:noFill/>
              </a:ln>
              <a:solidFill>
                <a:prstClr val="black"/>
              </a:solidFill>
              <a:effectLst/>
              <a:uLnTx/>
              <a:uFillTx/>
              <a:latin typeface="Lexend Deca" pitchFamily="2" charset="0"/>
            </a:endParaRPr>
          </a:p>
        </p:txBody>
      </p:sp>
      <p:sp>
        <p:nvSpPr>
          <p:cNvPr id="50" name="Rectangle 49">
            <a:extLst>
              <a:ext uri="{FF2B5EF4-FFF2-40B4-BE49-F238E27FC236}">
                <a16:creationId xmlns:a16="http://schemas.microsoft.com/office/drawing/2014/main" id="{D706FA68-154E-6B6F-2C0D-153ECF69E59B}"/>
              </a:ext>
            </a:extLst>
          </p:cNvPr>
          <p:cNvSpPr/>
          <p:nvPr userDrawn="1"/>
        </p:nvSpPr>
        <p:spPr>
          <a:xfrm>
            <a:off x="4755243" y="2950486"/>
            <a:ext cx="1059906" cy="523220"/>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Technical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Staff</a:t>
            </a:r>
            <a:endParaRPr kumimoji="0" lang="en-IN" sz="1400" b="0" i="0" u="none" strike="noStrike" kern="1200" cap="none" spc="0" normalizeH="0" baseline="0" noProof="0" dirty="0">
              <a:ln>
                <a:noFill/>
              </a:ln>
              <a:solidFill>
                <a:prstClr val="black"/>
              </a:solidFill>
              <a:effectLst/>
              <a:uLnTx/>
              <a:uFillTx/>
              <a:latin typeface="Lexend Deca" pitchFamily="2" charset="0"/>
            </a:endParaRPr>
          </a:p>
        </p:txBody>
      </p:sp>
      <p:sp>
        <p:nvSpPr>
          <p:cNvPr id="55" name="Rectangle 54">
            <a:extLst>
              <a:ext uri="{FF2B5EF4-FFF2-40B4-BE49-F238E27FC236}">
                <a16:creationId xmlns:a16="http://schemas.microsoft.com/office/drawing/2014/main" id="{14FF8F86-2B07-8346-D816-5DB28EE7B31C}"/>
              </a:ext>
            </a:extLst>
          </p:cNvPr>
          <p:cNvSpPr/>
          <p:nvPr userDrawn="1"/>
        </p:nvSpPr>
        <p:spPr>
          <a:xfrm>
            <a:off x="426036" y="3643384"/>
            <a:ext cx="2385486" cy="369332"/>
          </a:xfrm>
          <a:prstGeom prst="rect">
            <a:avLst/>
          </a:prstGeom>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2762A"/>
                </a:solidFill>
                <a:effectLst/>
                <a:uLnTx/>
                <a:uFillTx/>
                <a:latin typeface="Trebuchet MS" panose="020B0603020202020204" pitchFamily="34" charset="0"/>
              </a:rPr>
              <a:t>Research Projects</a:t>
            </a:r>
            <a:endParaRPr kumimoji="0" lang="en-IN" b="1" i="0" u="none" strike="noStrike" kern="1200" cap="none" spc="0" normalizeH="0" baseline="0" noProof="0" dirty="0">
              <a:ln>
                <a:noFill/>
              </a:ln>
              <a:solidFill>
                <a:srgbClr val="F2762A"/>
              </a:solidFill>
              <a:effectLst/>
              <a:uLnTx/>
              <a:uFillTx/>
              <a:latin typeface="Trebuchet MS" panose="020B0603020202020204" pitchFamily="34" charset="0"/>
            </a:endParaRPr>
          </a:p>
        </p:txBody>
      </p:sp>
      <p:sp>
        <p:nvSpPr>
          <p:cNvPr id="56" name="Hexagon 55">
            <a:extLst>
              <a:ext uri="{FF2B5EF4-FFF2-40B4-BE49-F238E27FC236}">
                <a16:creationId xmlns:a16="http://schemas.microsoft.com/office/drawing/2014/main" id="{249D825C-4BBB-2229-55E4-8BDCBAC2C643}"/>
              </a:ext>
            </a:extLst>
          </p:cNvPr>
          <p:cNvSpPr>
            <a:spLocks noChangeAspect="1"/>
          </p:cNvSpPr>
          <p:nvPr userDrawn="1"/>
        </p:nvSpPr>
        <p:spPr>
          <a:xfrm>
            <a:off x="732319" y="4235649"/>
            <a:ext cx="859971" cy="687977"/>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a:ea typeface="+mn-ea"/>
                <a:cs typeface="+mn-cs"/>
              </a:rPr>
              <a:t>3</a:t>
            </a:r>
            <a:endParaRPr kumimoji="0" lang="en-IN"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63" name="Hexagon 62">
            <a:extLst>
              <a:ext uri="{FF2B5EF4-FFF2-40B4-BE49-F238E27FC236}">
                <a16:creationId xmlns:a16="http://schemas.microsoft.com/office/drawing/2014/main" id="{A452A072-A6E7-32CE-FA81-074F1D182BFA}"/>
              </a:ext>
            </a:extLst>
          </p:cNvPr>
          <p:cNvSpPr>
            <a:spLocks noChangeAspect="1"/>
          </p:cNvSpPr>
          <p:nvPr userDrawn="1"/>
        </p:nvSpPr>
        <p:spPr>
          <a:xfrm>
            <a:off x="1539993" y="4695259"/>
            <a:ext cx="1382855" cy="687977"/>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a:ea typeface="+mn-ea"/>
                <a:cs typeface="+mn-cs"/>
              </a:rPr>
              <a:t>21.88 </a:t>
            </a:r>
            <a:r>
              <a:rPr kumimoji="0" lang="en-US" sz="1800" b="0" i="0" u="none" strike="noStrike" kern="1200" cap="none" spc="0" normalizeH="0" baseline="0" noProof="0" dirty="0">
                <a:ln>
                  <a:noFill/>
                </a:ln>
                <a:solidFill>
                  <a:prstClr val="white"/>
                </a:solidFill>
                <a:effectLst/>
                <a:uLnTx/>
                <a:uFillTx/>
                <a:latin typeface="Calibri"/>
                <a:ea typeface="+mn-ea"/>
                <a:cs typeface="+mn-cs"/>
              </a:rPr>
              <a:t>(Lakhs)</a:t>
            </a:r>
            <a:endParaRPr kumimoji="0" lang="en-IN"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4" name="Rectangle 63">
            <a:extLst>
              <a:ext uri="{FF2B5EF4-FFF2-40B4-BE49-F238E27FC236}">
                <a16:creationId xmlns:a16="http://schemas.microsoft.com/office/drawing/2014/main" id="{8C654479-CB44-D41C-C1E1-F92F89BB816B}"/>
              </a:ext>
            </a:extLst>
          </p:cNvPr>
          <p:cNvSpPr/>
          <p:nvPr userDrawn="1"/>
        </p:nvSpPr>
        <p:spPr>
          <a:xfrm>
            <a:off x="654637" y="4984154"/>
            <a:ext cx="886781" cy="307777"/>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Projects</a:t>
            </a:r>
            <a:endParaRPr kumimoji="0" lang="en-IN" sz="1400" b="0" i="0" u="none" strike="noStrike" kern="1200" cap="none" spc="0" normalizeH="0" baseline="0" noProof="0" dirty="0">
              <a:ln>
                <a:noFill/>
              </a:ln>
              <a:solidFill>
                <a:prstClr val="black"/>
              </a:solidFill>
              <a:effectLst/>
              <a:uLnTx/>
              <a:uFillTx/>
              <a:latin typeface="Lexend Deca" pitchFamily="2" charset="0"/>
            </a:endParaRPr>
          </a:p>
        </p:txBody>
      </p:sp>
      <p:sp>
        <p:nvSpPr>
          <p:cNvPr id="65" name="Rectangle 64">
            <a:extLst>
              <a:ext uri="{FF2B5EF4-FFF2-40B4-BE49-F238E27FC236}">
                <a16:creationId xmlns:a16="http://schemas.microsoft.com/office/drawing/2014/main" id="{B85078C2-63B8-9477-4F76-E93BE76C16FD}"/>
              </a:ext>
            </a:extLst>
          </p:cNvPr>
          <p:cNvSpPr/>
          <p:nvPr userDrawn="1"/>
        </p:nvSpPr>
        <p:spPr>
          <a:xfrm>
            <a:off x="1485064" y="5455318"/>
            <a:ext cx="1492717" cy="307777"/>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Grant – in - Aid</a:t>
            </a:r>
            <a:endParaRPr kumimoji="0" lang="en-IN" sz="1400" b="0" i="0" u="none" strike="noStrike" kern="1200" cap="none" spc="0" normalizeH="0" baseline="0" noProof="0" dirty="0">
              <a:ln>
                <a:noFill/>
              </a:ln>
              <a:solidFill>
                <a:prstClr val="black"/>
              </a:solidFill>
              <a:effectLst/>
              <a:uLnTx/>
              <a:uFillTx/>
              <a:latin typeface="Lexend Deca" pitchFamily="2" charset="0"/>
            </a:endParaRPr>
          </a:p>
        </p:txBody>
      </p:sp>
      <p:sp>
        <p:nvSpPr>
          <p:cNvPr id="66" name="Hexagon 65">
            <a:extLst>
              <a:ext uri="{FF2B5EF4-FFF2-40B4-BE49-F238E27FC236}">
                <a16:creationId xmlns:a16="http://schemas.microsoft.com/office/drawing/2014/main" id="{E5813F9B-0F36-3AE4-B980-67C0E6858E12}"/>
              </a:ext>
            </a:extLst>
          </p:cNvPr>
          <p:cNvSpPr>
            <a:spLocks noChangeAspect="1"/>
          </p:cNvSpPr>
          <p:nvPr userDrawn="1"/>
        </p:nvSpPr>
        <p:spPr>
          <a:xfrm>
            <a:off x="3069316" y="4117197"/>
            <a:ext cx="859971" cy="687977"/>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11</a:t>
            </a:r>
            <a:endParaRPr kumimoji="0" lang="en-IN" sz="2000" b="0" i="0" u="none" strike="noStrike" kern="1200" cap="none" spc="0" normalizeH="0" baseline="0" noProof="0" dirty="0">
              <a:ln>
                <a:noFill/>
              </a:ln>
              <a:solidFill>
                <a:prstClr val="white"/>
              </a:solidFill>
              <a:effectLst/>
              <a:uLnTx/>
              <a:uFillTx/>
              <a:latin typeface="Calibri"/>
              <a:ea typeface="+mn-ea"/>
              <a:cs typeface="+mn-cs"/>
            </a:endParaRPr>
          </a:p>
        </p:txBody>
      </p:sp>
      <p:sp>
        <p:nvSpPr>
          <p:cNvPr id="67" name="Hexagon 66">
            <a:extLst>
              <a:ext uri="{FF2B5EF4-FFF2-40B4-BE49-F238E27FC236}">
                <a16:creationId xmlns:a16="http://schemas.microsoft.com/office/drawing/2014/main" id="{88E35D47-5DF7-DB25-8501-22E054C92CA4}"/>
              </a:ext>
            </a:extLst>
          </p:cNvPr>
          <p:cNvSpPr>
            <a:spLocks noChangeAspect="1"/>
          </p:cNvSpPr>
          <p:nvPr userDrawn="1"/>
        </p:nvSpPr>
        <p:spPr>
          <a:xfrm>
            <a:off x="3908150" y="4808738"/>
            <a:ext cx="859971" cy="687977"/>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FF0000"/>
                </a:solidFill>
                <a:effectLst/>
                <a:uLnTx/>
                <a:uFillTx/>
                <a:latin typeface="Calibri"/>
                <a:ea typeface="+mn-ea"/>
                <a:cs typeface="+mn-cs"/>
              </a:rPr>
              <a:t>241</a:t>
            </a:r>
          </a:p>
        </p:txBody>
      </p:sp>
      <p:sp>
        <p:nvSpPr>
          <p:cNvPr id="68" name="Hexagon 67">
            <a:extLst>
              <a:ext uri="{FF2B5EF4-FFF2-40B4-BE49-F238E27FC236}">
                <a16:creationId xmlns:a16="http://schemas.microsoft.com/office/drawing/2014/main" id="{B80EF5E7-5E73-6019-6C14-49E5E9C3CB7A}"/>
              </a:ext>
            </a:extLst>
          </p:cNvPr>
          <p:cNvSpPr>
            <a:spLocks noChangeAspect="1"/>
          </p:cNvSpPr>
          <p:nvPr userDrawn="1"/>
        </p:nvSpPr>
        <p:spPr>
          <a:xfrm>
            <a:off x="4705650" y="4090210"/>
            <a:ext cx="859971" cy="687977"/>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a:ea typeface="+mn-ea"/>
                <a:cs typeface="+mn-cs"/>
              </a:rPr>
              <a:t>13</a:t>
            </a:r>
            <a:endParaRPr kumimoji="0" lang="en-IN"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69" name="Hexagon 68">
            <a:extLst>
              <a:ext uri="{FF2B5EF4-FFF2-40B4-BE49-F238E27FC236}">
                <a16:creationId xmlns:a16="http://schemas.microsoft.com/office/drawing/2014/main" id="{8143CC7D-25D2-80DB-E3F1-E2F1A87CC91C}"/>
              </a:ext>
            </a:extLst>
          </p:cNvPr>
          <p:cNvSpPr>
            <a:spLocks noChangeAspect="1"/>
          </p:cNvSpPr>
          <p:nvPr userDrawn="1"/>
        </p:nvSpPr>
        <p:spPr>
          <a:xfrm>
            <a:off x="5555701" y="4805174"/>
            <a:ext cx="859971" cy="687977"/>
          </a:xfrm>
          <a:prstGeom prst="hexagon">
            <a:avLst/>
          </a:prstGeom>
          <a:solidFill>
            <a:srgbClr val="2324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a:ea typeface="+mn-ea"/>
                <a:cs typeface="+mn-cs"/>
              </a:rPr>
              <a:t>15</a:t>
            </a:r>
            <a:endParaRPr kumimoji="0" lang="en-IN" sz="2400" b="0" i="0" u="none" strike="noStrike" kern="1200" cap="none" spc="0" normalizeH="0" baseline="0" noProof="0" dirty="0">
              <a:ln>
                <a:noFill/>
              </a:ln>
              <a:solidFill>
                <a:srgbClr val="FF0000"/>
              </a:solidFill>
              <a:effectLst/>
              <a:uLnTx/>
              <a:uFillTx/>
              <a:latin typeface="Calibri"/>
              <a:ea typeface="+mn-ea"/>
              <a:cs typeface="+mn-cs"/>
            </a:endParaRPr>
          </a:p>
        </p:txBody>
      </p:sp>
      <p:sp>
        <p:nvSpPr>
          <p:cNvPr id="70" name="Rectangle 69">
            <a:extLst>
              <a:ext uri="{FF2B5EF4-FFF2-40B4-BE49-F238E27FC236}">
                <a16:creationId xmlns:a16="http://schemas.microsoft.com/office/drawing/2014/main" id="{0F4AC9BB-A777-2732-A8C6-EFDA86914ED6}"/>
              </a:ext>
            </a:extLst>
          </p:cNvPr>
          <p:cNvSpPr/>
          <p:nvPr userDrawn="1"/>
        </p:nvSpPr>
        <p:spPr>
          <a:xfrm>
            <a:off x="3002457" y="3652117"/>
            <a:ext cx="1611350" cy="369332"/>
          </a:xfrm>
          <a:prstGeom prst="rect">
            <a:avLst/>
          </a:prstGeom>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2762A"/>
                </a:solidFill>
                <a:effectLst/>
                <a:uLnTx/>
                <a:uFillTx/>
                <a:latin typeface="Trebuchet MS" panose="020B0603020202020204" pitchFamily="34" charset="0"/>
              </a:rPr>
              <a:t>Publications</a:t>
            </a:r>
            <a:endParaRPr kumimoji="0" lang="en-IN" b="1" i="0" u="none" strike="noStrike" kern="1200" cap="none" spc="0" normalizeH="0" baseline="0" noProof="0" dirty="0">
              <a:ln>
                <a:noFill/>
              </a:ln>
              <a:solidFill>
                <a:srgbClr val="F2762A"/>
              </a:solidFill>
              <a:effectLst/>
              <a:uLnTx/>
              <a:uFillTx/>
              <a:latin typeface="Trebuchet MS" panose="020B0603020202020204" pitchFamily="34" charset="0"/>
            </a:endParaRPr>
          </a:p>
        </p:txBody>
      </p:sp>
      <p:sp>
        <p:nvSpPr>
          <p:cNvPr id="71" name="Rectangle 70">
            <a:extLst>
              <a:ext uri="{FF2B5EF4-FFF2-40B4-BE49-F238E27FC236}">
                <a16:creationId xmlns:a16="http://schemas.microsoft.com/office/drawing/2014/main" id="{F2157BAC-7927-C941-F5B5-2EDFDB23FF90}"/>
              </a:ext>
            </a:extLst>
          </p:cNvPr>
          <p:cNvSpPr/>
          <p:nvPr userDrawn="1"/>
        </p:nvSpPr>
        <p:spPr>
          <a:xfrm>
            <a:off x="3255784" y="4841087"/>
            <a:ext cx="505267" cy="307777"/>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SCI</a:t>
            </a:r>
            <a:endParaRPr kumimoji="0" lang="en-IN" sz="1400" b="0" i="0" u="none" strike="noStrike" kern="1200" cap="none" spc="0" normalizeH="0" baseline="0" noProof="0" dirty="0">
              <a:ln>
                <a:noFill/>
              </a:ln>
              <a:solidFill>
                <a:prstClr val="black"/>
              </a:solidFill>
              <a:effectLst/>
              <a:uLnTx/>
              <a:uFillTx/>
              <a:latin typeface="Lexend Deca" pitchFamily="2" charset="0"/>
            </a:endParaRPr>
          </a:p>
        </p:txBody>
      </p:sp>
      <p:sp>
        <p:nvSpPr>
          <p:cNvPr id="72" name="Rectangle 71">
            <a:extLst>
              <a:ext uri="{FF2B5EF4-FFF2-40B4-BE49-F238E27FC236}">
                <a16:creationId xmlns:a16="http://schemas.microsoft.com/office/drawing/2014/main" id="{728E7430-E6B8-C248-F00B-76043810BDB5}"/>
              </a:ext>
            </a:extLst>
          </p:cNvPr>
          <p:cNvSpPr/>
          <p:nvPr userDrawn="1"/>
        </p:nvSpPr>
        <p:spPr>
          <a:xfrm>
            <a:off x="3937192" y="5535820"/>
            <a:ext cx="813043" cy="307777"/>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Scopus</a:t>
            </a:r>
            <a:endParaRPr kumimoji="0" lang="en-IN" sz="1400" b="0" i="0" u="none" strike="noStrike" kern="1200" cap="none" spc="0" normalizeH="0" baseline="0" noProof="0" dirty="0">
              <a:ln>
                <a:noFill/>
              </a:ln>
              <a:solidFill>
                <a:prstClr val="black"/>
              </a:solidFill>
              <a:effectLst/>
              <a:uLnTx/>
              <a:uFillTx/>
              <a:latin typeface="Lexend Deca" pitchFamily="2" charset="0"/>
            </a:endParaRPr>
          </a:p>
        </p:txBody>
      </p:sp>
      <p:sp>
        <p:nvSpPr>
          <p:cNvPr id="73" name="Rectangle 72">
            <a:extLst>
              <a:ext uri="{FF2B5EF4-FFF2-40B4-BE49-F238E27FC236}">
                <a16:creationId xmlns:a16="http://schemas.microsoft.com/office/drawing/2014/main" id="{A8512969-5688-5E49-BE6B-824126B5A5B5}"/>
              </a:ext>
            </a:extLst>
          </p:cNvPr>
          <p:cNvSpPr/>
          <p:nvPr userDrawn="1"/>
        </p:nvSpPr>
        <p:spPr>
          <a:xfrm>
            <a:off x="4767116" y="4802301"/>
            <a:ext cx="716863" cy="307777"/>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Books</a:t>
            </a:r>
            <a:endParaRPr kumimoji="0" lang="en-IN" sz="1400" b="0" i="0" u="none" strike="noStrike" kern="1200" cap="none" spc="0" normalizeH="0" baseline="0" noProof="0" dirty="0">
              <a:ln>
                <a:noFill/>
              </a:ln>
              <a:solidFill>
                <a:prstClr val="black"/>
              </a:solidFill>
              <a:effectLst/>
              <a:uLnTx/>
              <a:uFillTx/>
              <a:latin typeface="Lexend Deca" pitchFamily="2" charset="0"/>
            </a:endParaRPr>
          </a:p>
        </p:txBody>
      </p:sp>
      <p:sp>
        <p:nvSpPr>
          <p:cNvPr id="74" name="Rectangle 73">
            <a:extLst>
              <a:ext uri="{FF2B5EF4-FFF2-40B4-BE49-F238E27FC236}">
                <a16:creationId xmlns:a16="http://schemas.microsoft.com/office/drawing/2014/main" id="{D7CBDC20-F1BE-7A54-0CA6-D086C379843E}"/>
              </a:ext>
            </a:extLst>
          </p:cNvPr>
          <p:cNvSpPr/>
          <p:nvPr userDrawn="1"/>
        </p:nvSpPr>
        <p:spPr>
          <a:xfrm>
            <a:off x="5528046" y="5493151"/>
            <a:ext cx="976796" cy="523220"/>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exend Deca" pitchFamily="2" charset="0"/>
              </a:rPr>
              <a:t>Patents Published</a:t>
            </a:r>
            <a:endParaRPr kumimoji="0" lang="en-IN" sz="1400" b="0" i="0" u="none" strike="noStrike" kern="1200" cap="none" spc="0" normalizeH="0" baseline="0" noProof="0" dirty="0">
              <a:ln>
                <a:noFill/>
              </a:ln>
              <a:solidFill>
                <a:prstClr val="black"/>
              </a:solidFill>
              <a:effectLst/>
              <a:uLnTx/>
              <a:uFillTx/>
              <a:latin typeface="Lexend Deca" pitchFamily="2" charset="0"/>
            </a:endParaRPr>
          </a:p>
        </p:txBody>
      </p:sp>
      <p:sp>
        <p:nvSpPr>
          <p:cNvPr id="76" name="Rectangle 75">
            <a:extLst>
              <a:ext uri="{FF2B5EF4-FFF2-40B4-BE49-F238E27FC236}">
                <a16:creationId xmlns:a16="http://schemas.microsoft.com/office/drawing/2014/main" id="{341C9832-0AE4-E452-A256-AB90C360E8D9}"/>
              </a:ext>
            </a:extLst>
          </p:cNvPr>
          <p:cNvSpPr/>
          <p:nvPr userDrawn="1"/>
        </p:nvSpPr>
        <p:spPr>
          <a:xfrm>
            <a:off x="6924830" y="1375382"/>
            <a:ext cx="3290474" cy="369332"/>
          </a:xfrm>
          <a:prstGeom prst="rect">
            <a:avLst/>
          </a:prstGeom>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2762A"/>
                </a:solidFill>
                <a:effectLst/>
                <a:uLnTx/>
                <a:uFillTx/>
                <a:latin typeface="Trebuchet MS" panose="020B0603020202020204" pitchFamily="34" charset="0"/>
              </a:rPr>
              <a:t>Recognitions</a:t>
            </a:r>
            <a:endParaRPr kumimoji="0" lang="en-IN" b="1" i="0" u="none" strike="noStrike" kern="1200" cap="none" spc="0" normalizeH="0" baseline="0" noProof="0" dirty="0">
              <a:ln>
                <a:noFill/>
              </a:ln>
              <a:solidFill>
                <a:srgbClr val="F2762A"/>
              </a:solidFill>
              <a:effectLst/>
              <a:uLnTx/>
              <a:uFillTx/>
              <a:latin typeface="Trebuchet MS" panose="020B0603020202020204" pitchFamily="34" charset="0"/>
            </a:endParaRPr>
          </a:p>
        </p:txBody>
      </p:sp>
      <p:sp>
        <p:nvSpPr>
          <p:cNvPr id="77" name="TextBox 76">
            <a:extLst>
              <a:ext uri="{FF2B5EF4-FFF2-40B4-BE49-F238E27FC236}">
                <a16:creationId xmlns:a16="http://schemas.microsoft.com/office/drawing/2014/main" id="{52C4AE22-596F-8062-2283-D6024E13AB21}"/>
              </a:ext>
            </a:extLst>
          </p:cNvPr>
          <p:cNvSpPr txBox="1"/>
          <p:nvPr userDrawn="1"/>
        </p:nvSpPr>
        <p:spPr>
          <a:xfrm>
            <a:off x="6896685" y="1774130"/>
            <a:ext cx="5480923" cy="2220673"/>
          </a:xfrm>
          <a:prstGeom prst="rect">
            <a:avLst/>
          </a:prstGeom>
          <a:noFill/>
        </p:spPr>
        <p:txBody>
          <a:bodyPr wrap="square" rtlCol="0">
            <a:spAutoFit/>
          </a:bodyPr>
          <a:lstStyle/>
          <a:p>
            <a:pPr marL="285750" marR="0" lvl="0" indent="-28575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400" dirty="0">
                <a:solidFill>
                  <a:prstClr val="black"/>
                </a:solidFill>
                <a:latin typeface="Trebuchet MS" panose="020B0603020202020204" pitchFamily="34" charset="0"/>
                <a:cs typeface="Arial" panose="020B0604020202020204" pitchFamily="34" charset="0"/>
              </a:rPr>
              <a:t>NPTEL – Top Performing Mentors, Domain, Discipline Star</a:t>
            </a:r>
          </a:p>
          <a:p>
            <a:pPr marL="285750" lvl="0" indent="-285750">
              <a:lnSpc>
                <a:spcPts val="2100"/>
              </a:lnSpc>
              <a:buFont typeface="Arial" panose="020B0604020202020204" pitchFamily="34" charset="0"/>
              <a:buChar char="•"/>
              <a:defRPr/>
            </a:pPr>
            <a:r>
              <a:rPr lang="en-US" sz="1400" dirty="0">
                <a:solidFill>
                  <a:srgbClr val="23245E"/>
                </a:solidFill>
                <a:latin typeface="Trebuchet MS" panose="020B0603020202020204" pitchFamily="34" charset="0"/>
                <a:cs typeface="Arial" panose="020B0604020202020204" pitchFamily="34" charset="0"/>
              </a:rPr>
              <a:t>Best Presenter – MAHSA International Conference, Malaysia</a:t>
            </a:r>
          </a:p>
          <a:p>
            <a:pPr marL="285750" marR="0" lvl="0" indent="-285750" algn="l" defTabSz="121917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400" dirty="0">
                <a:solidFill>
                  <a:prstClr val="black"/>
                </a:solidFill>
                <a:latin typeface="Trebuchet MS" panose="020B0603020202020204" pitchFamily="34" charset="0"/>
                <a:cs typeface="Arial" panose="020B0604020202020204" pitchFamily="34" charset="0"/>
              </a:rPr>
              <a:t>Best Faculty Award (Novel Academy, Pondicherry)</a:t>
            </a:r>
          </a:p>
          <a:p>
            <a:pPr marL="285750" marR="0" lvl="0" indent="-285750" algn="l" defTabSz="121917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400" dirty="0">
                <a:solidFill>
                  <a:srgbClr val="23245E"/>
                </a:solidFill>
                <a:latin typeface="Trebuchet MS" panose="020B0603020202020204" pitchFamily="34" charset="0"/>
                <a:cs typeface="Arial" panose="020B0604020202020204" pitchFamily="34" charset="0"/>
              </a:rPr>
              <a:t>Wipro Certified Faculties</a:t>
            </a:r>
          </a:p>
          <a:p>
            <a:pPr marL="285750" marR="0" lvl="0" indent="-285750" algn="l" defTabSz="121917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400" dirty="0">
                <a:solidFill>
                  <a:prstClr val="black"/>
                </a:solidFill>
                <a:latin typeface="Trebuchet MS" panose="020B0603020202020204" pitchFamily="34" charset="0"/>
                <a:cs typeface="Arial" panose="020B0604020202020204" pitchFamily="34" charset="0"/>
              </a:rPr>
              <a:t>Defense Secretary : Commander and NCC, New Delhi</a:t>
            </a:r>
          </a:p>
          <a:p>
            <a:pPr marL="285750" marR="0" lvl="0" indent="-285750" algn="l" defTabSz="121917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400" dirty="0">
                <a:solidFill>
                  <a:srgbClr val="23245E"/>
                </a:solidFill>
                <a:latin typeface="Trebuchet MS" panose="020B0603020202020204" pitchFamily="34" charset="0"/>
                <a:cs typeface="Arial" panose="020B0604020202020204" pitchFamily="34" charset="0"/>
              </a:rPr>
              <a:t>All India Best NCC Airwing Officer</a:t>
            </a:r>
          </a:p>
          <a:p>
            <a:pPr marL="285750" marR="0" lvl="0" indent="-285750" algn="l" defTabSz="121917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400" dirty="0">
                <a:solidFill>
                  <a:prstClr val="black"/>
                </a:solidFill>
                <a:latin typeface="Trebuchet MS" panose="020B0603020202020204" pitchFamily="34" charset="0"/>
                <a:cs typeface="Arial" panose="020B0604020202020204" pitchFamily="34" charset="0"/>
              </a:rPr>
              <a:t>Mentor for Dark Pattern Buster Hackathon (</a:t>
            </a:r>
            <a:r>
              <a:rPr lang="en-IN" sz="1400" b="1" dirty="0">
                <a:latin typeface="Trebuchet MS" panose="020B0603020202020204" pitchFamily="34" charset="0"/>
              </a:rPr>
              <a:t>IIT-BHU</a:t>
            </a:r>
            <a:r>
              <a:rPr lang="en-IN" sz="1400" dirty="0">
                <a:latin typeface="Trebuchet MS" panose="020B0603020202020204" pitchFamily="34" charset="0"/>
              </a:rPr>
              <a:t>)</a:t>
            </a:r>
            <a:endParaRPr lang="en-US" sz="1400" dirty="0">
              <a:solidFill>
                <a:prstClr val="black"/>
              </a:solidFill>
              <a:latin typeface="Trebuchet MS" panose="020B0603020202020204" pitchFamily="34" charset="0"/>
              <a:cs typeface="Arial" panose="020B0604020202020204" pitchFamily="34" charset="0"/>
            </a:endParaRPr>
          </a:p>
          <a:p>
            <a:pPr marL="285750" marR="0" lvl="0" indent="-285750" algn="l" defTabSz="121917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400" dirty="0">
                <a:solidFill>
                  <a:srgbClr val="23245E"/>
                </a:solidFill>
                <a:latin typeface="Trebuchet MS" panose="020B0603020202020204" pitchFamily="34" charset="0"/>
                <a:cs typeface="Arial" panose="020B0604020202020204" pitchFamily="34" charset="0"/>
              </a:rPr>
              <a:t>Reviewer in IEEE International Conferences</a:t>
            </a:r>
          </a:p>
        </p:txBody>
      </p:sp>
      <p:pic>
        <p:nvPicPr>
          <p:cNvPr id="78" name="Picture 77">
            <a:extLst>
              <a:ext uri="{FF2B5EF4-FFF2-40B4-BE49-F238E27FC236}">
                <a16:creationId xmlns:a16="http://schemas.microsoft.com/office/drawing/2014/main" id="{2D75260D-CE67-58B5-0398-1E47DB436B4D}"/>
              </a:ext>
            </a:extLst>
          </p:cNvPr>
          <p:cNvPicPr>
            <a:picLocks noChangeAspect="1"/>
          </p:cNvPicPr>
          <p:nvPr userDrawn="1"/>
        </p:nvPicPr>
        <p:blipFill>
          <a:blip r:embed="rId6"/>
          <a:stretch>
            <a:fillRect/>
          </a:stretch>
        </p:blipFill>
        <p:spPr>
          <a:xfrm>
            <a:off x="9891167" y="4205984"/>
            <a:ext cx="2106881" cy="1357885"/>
          </a:xfrm>
          <a:prstGeom prst="rect">
            <a:avLst/>
          </a:prstGeom>
        </p:spPr>
      </p:pic>
      <p:sp>
        <p:nvSpPr>
          <p:cNvPr id="79" name="Rectangle 78">
            <a:extLst>
              <a:ext uri="{FF2B5EF4-FFF2-40B4-BE49-F238E27FC236}">
                <a16:creationId xmlns:a16="http://schemas.microsoft.com/office/drawing/2014/main" id="{1A5E7900-5857-F6DA-CBFB-84283FD92404}"/>
              </a:ext>
            </a:extLst>
          </p:cNvPr>
          <p:cNvSpPr/>
          <p:nvPr userDrawn="1"/>
        </p:nvSpPr>
        <p:spPr>
          <a:xfrm>
            <a:off x="9995591" y="5615986"/>
            <a:ext cx="2140330"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Lexend Deca" pitchFamily="2" charset="0"/>
                <a:cs typeface="Arial" panose="020B0604020202020204" pitchFamily="34" charset="0"/>
              </a:rPr>
              <a:t>IEI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Lexend Deca" pitchFamily="2" charset="0"/>
                <a:cs typeface="Arial" panose="020B0604020202020204" pitchFamily="34" charset="0"/>
              </a:rPr>
              <a:t>Best Engineer Award 2022</a:t>
            </a:r>
            <a:endParaRPr kumimoji="0" lang="en-IN" sz="1200" b="0" i="0" u="none" strike="noStrike" kern="1200" cap="none" spc="0" normalizeH="0" baseline="0" noProof="0" dirty="0">
              <a:ln>
                <a:noFill/>
              </a:ln>
              <a:solidFill>
                <a:prstClr val="black"/>
              </a:solidFill>
              <a:effectLst/>
              <a:uLnTx/>
              <a:uFillTx/>
              <a:latin typeface="Lexend Deca" pitchFamily="2" charset="0"/>
              <a:cs typeface="Arial" panose="020B0604020202020204" pitchFamily="34" charset="0"/>
            </a:endParaRPr>
          </a:p>
        </p:txBody>
      </p:sp>
      <p:pic>
        <p:nvPicPr>
          <p:cNvPr id="80" name="Picture 79">
            <a:extLst>
              <a:ext uri="{FF2B5EF4-FFF2-40B4-BE49-F238E27FC236}">
                <a16:creationId xmlns:a16="http://schemas.microsoft.com/office/drawing/2014/main" id="{9B9C86E5-91FD-CB1D-B827-F59A5814E174}"/>
              </a:ext>
            </a:extLst>
          </p:cNvPr>
          <p:cNvPicPr>
            <a:picLocks noChangeAspect="1"/>
          </p:cNvPicPr>
          <p:nvPr userDrawn="1"/>
        </p:nvPicPr>
        <p:blipFill rotWithShape="1">
          <a:blip r:embed="rId7"/>
          <a:srcRect l="16974" t="21567" r="14844" b="20811"/>
          <a:stretch/>
        </p:blipFill>
        <p:spPr>
          <a:xfrm>
            <a:off x="6990171" y="4215256"/>
            <a:ext cx="1853467" cy="1338616"/>
          </a:xfrm>
          <a:prstGeom prst="rect">
            <a:avLst/>
          </a:prstGeom>
        </p:spPr>
      </p:pic>
      <p:sp>
        <p:nvSpPr>
          <p:cNvPr id="81" name="Rectangle 80">
            <a:extLst>
              <a:ext uri="{FF2B5EF4-FFF2-40B4-BE49-F238E27FC236}">
                <a16:creationId xmlns:a16="http://schemas.microsoft.com/office/drawing/2014/main" id="{8D282A0B-3439-17B6-DC6E-ACE9D7D626B1}"/>
              </a:ext>
            </a:extLst>
          </p:cNvPr>
          <p:cNvSpPr/>
          <p:nvPr userDrawn="1"/>
        </p:nvSpPr>
        <p:spPr>
          <a:xfrm>
            <a:off x="6866296" y="5615986"/>
            <a:ext cx="2005867" cy="646331"/>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Lexend Deca" pitchFamily="2" charset="0"/>
                <a:cs typeface="Arial" panose="020B0604020202020204" pitchFamily="34" charset="0"/>
              </a:rPr>
              <a:t>SAEINDIA Southern Section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Lexend Deca" pitchFamily="2" charset="0"/>
                <a:cs typeface="Arial" panose="020B0604020202020204" pitchFamily="34" charset="0"/>
              </a:rPr>
              <a:t>Leadership Award 2023</a:t>
            </a:r>
            <a:endParaRPr kumimoji="0" lang="en-IN" sz="1200" b="0" i="0" u="none" strike="noStrike" kern="1200" cap="none" spc="0" normalizeH="0" baseline="0" noProof="0" dirty="0">
              <a:ln>
                <a:noFill/>
              </a:ln>
              <a:solidFill>
                <a:prstClr val="black"/>
              </a:solidFill>
              <a:effectLst/>
              <a:uLnTx/>
              <a:uFillTx/>
              <a:latin typeface="Lexend Deca" pitchFamily="2" charset="0"/>
              <a:cs typeface="Arial" panose="020B0604020202020204" pitchFamily="34" charset="0"/>
            </a:endParaRPr>
          </a:p>
        </p:txBody>
      </p:sp>
      <p:sp>
        <p:nvSpPr>
          <p:cNvPr id="86" name="TextBox 85">
            <a:extLst>
              <a:ext uri="{FF2B5EF4-FFF2-40B4-BE49-F238E27FC236}">
                <a16:creationId xmlns:a16="http://schemas.microsoft.com/office/drawing/2014/main" id="{D9449771-65EE-1E42-9F0D-C313F574E654}"/>
              </a:ext>
            </a:extLst>
          </p:cNvPr>
          <p:cNvSpPr txBox="1"/>
          <p:nvPr userDrawn="1"/>
        </p:nvSpPr>
        <p:spPr>
          <a:xfrm>
            <a:off x="3429000" y="1315615"/>
            <a:ext cx="2734263" cy="323165"/>
          </a:xfrm>
          <a:prstGeom prst="rect">
            <a:avLst/>
          </a:prstGeom>
          <a:noFill/>
          <a:ln w="19050">
            <a:solidFill>
              <a:schemeClr val="bg1">
                <a:lumMod val="65000"/>
              </a:schemeClr>
            </a:solidFill>
          </a:ln>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IN" sz="1500" i="0" u="none" strike="noStrike" kern="1200" cap="none" spc="0" normalizeH="0" baseline="0" noProof="0" dirty="0">
                <a:ln>
                  <a:noFill/>
                </a:ln>
                <a:solidFill>
                  <a:srgbClr val="005BB1"/>
                </a:solidFill>
                <a:effectLst/>
                <a:uLnTx/>
                <a:uFillTx/>
                <a:latin typeface="Trebuchet MS" panose="020B0603020202020204" pitchFamily="34" charset="0"/>
              </a:rPr>
              <a:t>% of Faculty with PhD: 37.5</a:t>
            </a:r>
            <a:endParaRPr kumimoji="0" lang="en-IN" sz="1500" i="0" u="none" strike="noStrike" kern="1200" cap="none" spc="0" normalizeH="0" baseline="0" noProof="0" dirty="0">
              <a:ln>
                <a:noFill/>
              </a:ln>
              <a:solidFill>
                <a:srgbClr val="005BB1"/>
              </a:solidFill>
              <a:effectLst/>
              <a:uLnTx/>
              <a:uFillTx/>
              <a:latin typeface="Trebuchet MS" panose="020B0603020202020204" pitchFamily="34" charset="0"/>
              <a:cs typeface="Arial" panose="020B0604020202020204" pitchFamily="34" charset="0"/>
            </a:endParaRPr>
          </a:p>
        </p:txBody>
      </p:sp>
      <p:sp>
        <p:nvSpPr>
          <p:cNvPr id="87" name="TextBox 86">
            <a:extLst>
              <a:ext uri="{FF2B5EF4-FFF2-40B4-BE49-F238E27FC236}">
                <a16:creationId xmlns:a16="http://schemas.microsoft.com/office/drawing/2014/main" id="{3CC2DB94-CA77-5290-507A-94EDE7978079}"/>
              </a:ext>
            </a:extLst>
          </p:cNvPr>
          <p:cNvSpPr txBox="1"/>
          <p:nvPr userDrawn="1"/>
        </p:nvSpPr>
        <p:spPr>
          <a:xfrm>
            <a:off x="4907361" y="1746548"/>
            <a:ext cx="1635411" cy="323165"/>
          </a:xfrm>
          <a:prstGeom prst="rect">
            <a:avLst/>
          </a:prstGeom>
          <a:noFill/>
          <a:ln w="19050">
            <a:solidFill>
              <a:schemeClr val="bg1">
                <a:lumMod val="65000"/>
              </a:schemeClr>
            </a:solidFill>
          </a:ln>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IN" sz="1500" dirty="0">
                <a:solidFill>
                  <a:srgbClr val="0070C0"/>
                </a:solidFill>
                <a:latin typeface="Trebuchet MS" panose="020B0603020202020204" pitchFamily="34" charset="0"/>
              </a:rPr>
              <a:t>SFR: 1:14.59</a:t>
            </a:r>
            <a:endParaRPr kumimoji="0" lang="en-IN" sz="1500" i="0" u="none" strike="noStrike" kern="1200" cap="none" spc="0" normalizeH="0" baseline="0" noProof="0" dirty="0">
              <a:ln>
                <a:noFill/>
              </a:ln>
              <a:solidFill>
                <a:srgbClr val="C00000"/>
              </a:solidFill>
              <a:effectLst/>
              <a:uLnTx/>
              <a:uFillTx/>
              <a:latin typeface="Trebuchet MS" panose="020B0603020202020204" pitchFamily="34" charset="0"/>
              <a:cs typeface="Arial" panose="020B0604020202020204" pitchFamily="34" charset="0"/>
            </a:endParaRPr>
          </a:p>
        </p:txBody>
      </p:sp>
      <p:pic>
        <p:nvPicPr>
          <p:cNvPr id="88" name="Picture 87">
            <a:extLst>
              <a:ext uri="{FF2B5EF4-FFF2-40B4-BE49-F238E27FC236}">
                <a16:creationId xmlns:a16="http://schemas.microsoft.com/office/drawing/2014/main" id="{DB29A391-F251-7615-312F-2BE01701525F}"/>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744778" y="5331801"/>
            <a:ext cx="1340839" cy="1340839"/>
          </a:xfrm>
          <a:prstGeom prst="rect">
            <a:avLst/>
          </a:prstGeom>
        </p:spPr>
      </p:pic>
      <p:sp>
        <p:nvSpPr>
          <p:cNvPr id="89" name="Rectangle 88">
            <a:extLst>
              <a:ext uri="{FF2B5EF4-FFF2-40B4-BE49-F238E27FC236}">
                <a16:creationId xmlns:a16="http://schemas.microsoft.com/office/drawing/2014/main" id="{D9ED7559-9028-5586-6EB0-765321CFB538}"/>
              </a:ext>
            </a:extLst>
          </p:cNvPr>
          <p:cNvSpPr/>
          <p:nvPr userDrawn="1"/>
        </p:nvSpPr>
        <p:spPr>
          <a:xfrm>
            <a:off x="10012315" y="6307301"/>
            <a:ext cx="2106881" cy="461665"/>
          </a:xfrm>
          <a:prstGeom prst="rect">
            <a:avLst/>
          </a:prstGeom>
        </p:spPr>
        <p:txBody>
          <a:bodyPr wrap="square">
            <a:spAutoFit/>
          </a:bodyPr>
          <a:lstStyle/>
          <a:p>
            <a:pPr algn="ctr">
              <a:defRPr/>
            </a:pPr>
            <a:r>
              <a:rPr lang="en-US" sz="1200" dirty="0">
                <a:solidFill>
                  <a:srgbClr val="F2762A"/>
                </a:solidFill>
                <a:latin typeface="Lexend Deca" pitchFamily="2" charset="0"/>
                <a:cs typeface="Arial" pitchFamily="34" charset="0"/>
              </a:rPr>
              <a:t>Judge - QS Reimagine </a:t>
            </a:r>
          </a:p>
          <a:p>
            <a:pPr algn="ctr">
              <a:defRPr/>
            </a:pPr>
            <a:r>
              <a:rPr lang="en-US" sz="1200" dirty="0">
                <a:solidFill>
                  <a:srgbClr val="F2762A"/>
                </a:solidFill>
                <a:latin typeface="Lexend Deca" pitchFamily="2" charset="0"/>
                <a:cs typeface="Arial" pitchFamily="34" charset="0"/>
              </a:rPr>
              <a:t>Awards 2023 </a:t>
            </a:r>
          </a:p>
        </p:txBody>
      </p:sp>
    </p:spTree>
    <p:extLst>
      <p:ext uri="{BB962C8B-B14F-4D97-AF65-F5344CB8AC3E}">
        <p14:creationId xmlns:p14="http://schemas.microsoft.com/office/powerpoint/2010/main" val="3999703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4813" y="388291"/>
            <a:ext cx="9414013" cy="765995"/>
          </a:xfrm>
        </p:spPr>
        <p:txBody>
          <a:bodyPr>
            <a:normAutofit/>
          </a:bodyPr>
          <a:lstStyle>
            <a:lvl1pPr>
              <a:defRPr sz="3000" b="1">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Student Recognitions</a:t>
            </a:r>
            <a:endParaRPr lang="en-IN" dirty="0"/>
          </a:p>
        </p:txBody>
      </p:sp>
      <p:pic>
        <p:nvPicPr>
          <p:cNvPr id="27" name="Picture 26"/>
          <p:cNvPicPr>
            <a:picLocks noChangeAspect="1"/>
          </p:cNvPicPr>
          <p:nvPr userDrawn="1"/>
        </p:nvPicPr>
        <p:blipFill rotWithShape="1">
          <a:blip r:embed="rId2"/>
          <a:srcRect t="4364" r="2963" b="-1"/>
          <a:stretch/>
        </p:blipFill>
        <p:spPr>
          <a:xfrm>
            <a:off x="9988826" y="14151"/>
            <a:ext cx="2203174" cy="1514041"/>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sp>
        <p:nvSpPr>
          <p:cNvPr id="29" name="Rectangle 28"/>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Picture 29"/>
          <p:cNvPicPr>
            <a:picLocks noChangeAspect="1"/>
          </p:cNvPicPr>
          <p:nvPr userDrawn="1"/>
        </p:nvPicPr>
        <p:blipFill>
          <a:blip r:embed="rId4"/>
          <a:stretch>
            <a:fillRect/>
          </a:stretch>
        </p:blipFill>
        <p:spPr>
          <a:xfrm>
            <a:off x="11511280" y="6136808"/>
            <a:ext cx="680720" cy="584667"/>
          </a:xfrm>
          <a:prstGeom prst="rect">
            <a:avLst/>
          </a:prstGeom>
        </p:spPr>
      </p:pic>
      <p:sp>
        <p:nvSpPr>
          <p:cNvPr id="31" name="Rounded Rectangle 30"/>
          <p:cNvSpPr/>
          <p:nvPr userDrawn="1"/>
        </p:nvSpPr>
        <p:spPr>
          <a:xfrm>
            <a:off x="698500" y="1187447"/>
            <a:ext cx="906463" cy="54603"/>
          </a:xfrm>
          <a:prstGeom prst="roundRect">
            <a:avLst>
              <a:gd name="adj" fmla="val 50000"/>
            </a:avLst>
          </a:prstGeom>
          <a:solidFill>
            <a:srgbClr val="A9AA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2ACA9FEA-5CEE-4F7A-A457-1CCAE5DF7043}"/>
              </a:ext>
            </a:extLst>
          </p:cNvPr>
          <p:cNvPicPr>
            <a:picLocks noChangeAspect="1"/>
          </p:cNvPicPr>
          <p:nvPr userDrawn="1"/>
        </p:nvPicPr>
        <p:blipFill>
          <a:blip r:embed="rId5"/>
          <a:stretch>
            <a:fillRect/>
          </a:stretch>
        </p:blipFill>
        <p:spPr>
          <a:xfrm>
            <a:off x="0" y="-11976"/>
            <a:ext cx="3544389" cy="266366"/>
          </a:xfrm>
          <a:prstGeom prst="rect">
            <a:avLst/>
          </a:prstGeom>
        </p:spPr>
      </p:pic>
      <p:sp>
        <p:nvSpPr>
          <p:cNvPr id="14" name="Slide Number Placeholder 5">
            <a:extLst>
              <a:ext uri="{FF2B5EF4-FFF2-40B4-BE49-F238E27FC236}">
                <a16:creationId xmlns:a16="http://schemas.microsoft.com/office/drawing/2014/main" id="{237B0786-1107-4794-B9A1-D62C76F8F8E2}"/>
              </a:ext>
            </a:extLst>
          </p:cNvPr>
          <p:cNvSpPr>
            <a:spLocks noGrp="1"/>
          </p:cNvSpPr>
          <p:nvPr>
            <p:ph type="sldNum" sz="quarter" idx="12"/>
          </p:nvPr>
        </p:nvSpPr>
        <p:spPr>
          <a:xfrm>
            <a:off x="11663680" y="6350000"/>
            <a:ext cx="503158" cy="350512"/>
          </a:xfrm>
        </p:spPr>
        <p:txBody>
          <a:bodyPr/>
          <a:lstStyle>
            <a:lvl1pPr>
              <a:defRPr sz="1400" b="1">
                <a:solidFill>
                  <a:schemeClr val="bg1"/>
                </a:solidFill>
              </a:defRPr>
            </a:lvl1pPr>
          </a:lstStyle>
          <a:p>
            <a:r>
              <a:rPr lang="en-US" dirty="0"/>
              <a:t>4</a:t>
            </a:r>
            <a:endParaRPr lang="en-IN" dirty="0"/>
          </a:p>
        </p:txBody>
      </p:sp>
      <p:sp>
        <p:nvSpPr>
          <p:cNvPr id="15" name="Date Placeholder 4">
            <a:extLst>
              <a:ext uri="{FF2B5EF4-FFF2-40B4-BE49-F238E27FC236}">
                <a16:creationId xmlns:a16="http://schemas.microsoft.com/office/drawing/2014/main" id="{A89405C6-6DC8-4382-BC34-8D5DFB1792EA}"/>
              </a:ext>
            </a:extLst>
          </p:cNvPr>
          <p:cNvSpPr>
            <a:spLocks noGrp="1"/>
          </p:cNvSpPr>
          <p:nvPr>
            <p:ph type="dt" sz="half" idx="10"/>
          </p:nvPr>
        </p:nvSpPr>
        <p:spPr>
          <a:xfrm>
            <a:off x="567626" y="6335387"/>
            <a:ext cx="2743200" cy="365125"/>
          </a:xfrm>
        </p:spPr>
        <p:txBody>
          <a:bodyPr/>
          <a:lstStyle>
            <a:lvl1pPr>
              <a:defRPr>
                <a:latin typeface="Trebuchet MS" panose="020B0603020202020204" pitchFamily="34" charset="0"/>
              </a:defRPr>
            </a:lvl1pPr>
          </a:lstStyle>
          <a:p>
            <a:endParaRPr lang="en-IN" dirty="0"/>
          </a:p>
        </p:txBody>
      </p:sp>
      <p:sp>
        <p:nvSpPr>
          <p:cNvPr id="16" name="Footer Placeholder 5">
            <a:extLst>
              <a:ext uri="{FF2B5EF4-FFF2-40B4-BE49-F238E27FC236}">
                <a16:creationId xmlns:a16="http://schemas.microsoft.com/office/drawing/2014/main" id="{99538A48-E6DB-463C-8094-5B83EB630EFD}"/>
              </a:ext>
            </a:extLst>
          </p:cNvPr>
          <p:cNvSpPr>
            <a:spLocks noGrp="1"/>
          </p:cNvSpPr>
          <p:nvPr>
            <p:ph type="ftr" sz="quarter" idx="11"/>
          </p:nvPr>
        </p:nvSpPr>
        <p:spPr>
          <a:xfrm>
            <a:off x="4038600" y="6356350"/>
            <a:ext cx="4114800" cy="365125"/>
          </a:xfrm>
        </p:spPr>
        <p:txBody>
          <a:bodyPr/>
          <a:lstStyle>
            <a:lvl1pPr>
              <a:defRPr>
                <a:latin typeface="Trebuchet MS" panose="020B0603020202020204" pitchFamily="34" charset="0"/>
              </a:defRPr>
            </a:lvl1pPr>
          </a:lstStyle>
          <a:p>
            <a:endParaRPr lang="en-IN" dirty="0"/>
          </a:p>
        </p:txBody>
      </p:sp>
      <p:pic>
        <p:nvPicPr>
          <p:cNvPr id="3" name="Picture 2">
            <a:extLst>
              <a:ext uri="{FF2B5EF4-FFF2-40B4-BE49-F238E27FC236}">
                <a16:creationId xmlns:a16="http://schemas.microsoft.com/office/drawing/2014/main" id="{9D481AFB-F67F-FA67-BCA5-1B61B204FEFE}"/>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t="11517"/>
          <a:stretch/>
        </p:blipFill>
        <p:spPr>
          <a:xfrm>
            <a:off x="574812" y="1540011"/>
            <a:ext cx="3130413" cy="1636107"/>
          </a:xfrm>
          <a:prstGeom prst="rect">
            <a:avLst/>
          </a:prstGeom>
        </p:spPr>
      </p:pic>
      <p:pic>
        <p:nvPicPr>
          <p:cNvPr id="4" name="Content Placeholder 5">
            <a:extLst>
              <a:ext uri="{FF2B5EF4-FFF2-40B4-BE49-F238E27FC236}">
                <a16:creationId xmlns:a16="http://schemas.microsoft.com/office/drawing/2014/main" id="{A6C2FE69-3DA7-32ED-D0F8-BD6CE5B5B107}"/>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4051182" y="1556146"/>
            <a:ext cx="3491563" cy="1630452"/>
          </a:xfrm>
          <a:prstGeom prst="rect">
            <a:avLst/>
          </a:prstGeom>
        </p:spPr>
      </p:pic>
      <p:pic>
        <p:nvPicPr>
          <p:cNvPr id="5" name="Picture 4">
            <a:extLst>
              <a:ext uri="{FF2B5EF4-FFF2-40B4-BE49-F238E27FC236}">
                <a16:creationId xmlns:a16="http://schemas.microsoft.com/office/drawing/2014/main" id="{A61385D8-9887-D78E-3476-E576697DD507}"/>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888702" y="1556146"/>
            <a:ext cx="3491563" cy="1667969"/>
          </a:xfrm>
          <a:prstGeom prst="rect">
            <a:avLst/>
          </a:prstGeom>
        </p:spPr>
      </p:pic>
      <p:pic>
        <p:nvPicPr>
          <p:cNvPr id="6" name="Picture 5">
            <a:extLst>
              <a:ext uri="{FF2B5EF4-FFF2-40B4-BE49-F238E27FC236}">
                <a16:creationId xmlns:a16="http://schemas.microsoft.com/office/drawing/2014/main" id="{82106774-E3C0-AEE0-8046-775272826200}"/>
              </a:ext>
            </a:extLst>
          </p:cNvPr>
          <p:cNvPicPr>
            <a:picLocks noChangeAspect="1"/>
          </p:cNvPicPr>
          <p:nvPr userDrawn="1"/>
        </p:nvPicPr>
        <p:blipFill>
          <a:blip r:embed="rId9">
            <a:extLst>
              <a:ext uri="{28A0092B-C50C-407E-A947-70E740481C1C}">
                <a14:useLocalDpi xmlns:a14="http://schemas.microsoft.com/office/drawing/2010/main" val="0"/>
              </a:ext>
            </a:extLst>
          </a:blip>
          <a:srcRect b="12227"/>
          <a:stretch/>
        </p:blipFill>
        <p:spPr bwMode="auto">
          <a:xfrm>
            <a:off x="574812" y="3882501"/>
            <a:ext cx="3130413" cy="1636107"/>
          </a:xfrm>
          <a:prstGeom prst="rect">
            <a:avLst/>
          </a:prstGeom>
          <a:noFill/>
          <a:ln>
            <a:noFill/>
          </a:ln>
        </p:spPr>
      </p:pic>
      <p:pic>
        <p:nvPicPr>
          <p:cNvPr id="7" name="Picture 6" descr="IMG-20230603-WA0003">
            <a:extLst>
              <a:ext uri="{FF2B5EF4-FFF2-40B4-BE49-F238E27FC236}">
                <a16:creationId xmlns:a16="http://schemas.microsoft.com/office/drawing/2014/main" id="{062FF27B-FB0F-4C7D-5282-A022C0BA0298}"/>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4051182" y="3882501"/>
            <a:ext cx="3491563" cy="1667971"/>
          </a:xfrm>
          <a:prstGeom prst="rect">
            <a:avLst/>
          </a:prstGeom>
          <a:noFill/>
          <a:ln>
            <a:noFill/>
          </a:ln>
        </p:spPr>
      </p:pic>
      <p:pic>
        <p:nvPicPr>
          <p:cNvPr id="8" name="Picture 7" descr="proof">
            <a:extLst>
              <a:ext uri="{FF2B5EF4-FFF2-40B4-BE49-F238E27FC236}">
                <a16:creationId xmlns:a16="http://schemas.microsoft.com/office/drawing/2014/main" id="{A4225598-EA57-EA5F-785B-BC235C617350}"/>
              </a:ext>
            </a:extLst>
          </p:cNvPr>
          <p:cNvPicPr>
            <a:picLocks noChangeAspect="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7888702" y="3882502"/>
            <a:ext cx="3491563" cy="1667970"/>
          </a:xfrm>
          <a:prstGeom prst="rect">
            <a:avLst/>
          </a:prstGeom>
          <a:noFill/>
          <a:ln>
            <a:noFill/>
          </a:ln>
        </p:spPr>
      </p:pic>
      <p:sp>
        <p:nvSpPr>
          <p:cNvPr id="9" name="TextBox 8">
            <a:extLst>
              <a:ext uri="{FF2B5EF4-FFF2-40B4-BE49-F238E27FC236}">
                <a16:creationId xmlns:a16="http://schemas.microsoft.com/office/drawing/2014/main" id="{FDC5367F-A51E-1114-54D4-85A1308CF2CC}"/>
              </a:ext>
            </a:extLst>
          </p:cNvPr>
          <p:cNvSpPr txBox="1"/>
          <p:nvPr userDrawn="1"/>
        </p:nvSpPr>
        <p:spPr>
          <a:xfrm>
            <a:off x="567627" y="3166965"/>
            <a:ext cx="3204274" cy="461665"/>
          </a:xfrm>
          <a:prstGeom prst="rect">
            <a:avLst/>
          </a:prstGeom>
          <a:noFill/>
        </p:spPr>
        <p:txBody>
          <a:bodyPr wrap="square" rtlCol="0">
            <a:spAutoFit/>
          </a:bodyPr>
          <a:lstStyle/>
          <a:p>
            <a:pPr marL="0" lvl="0" indent="0" algn="ctr">
              <a:buFont typeface="+mj-lt"/>
              <a:buNone/>
            </a:pPr>
            <a:r>
              <a:rPr lang="en-IN" sz="1200" b="1" kern="1200" dirty="0">
                <a:solidFill>
                  <a:srgbClr val="000000"/>
                </a:solidFill>
                <a:effectLst/>
                <a:latin typeface="Trebuchet MS" panose="020B0603020202020204" pitchFamily="34" charset="0"/>
                <a:ea typeface="Times New Roman" panose="02020603050405020304" pitchFamily="18" charset="0"/>
              </a:rPr>
              <a:t>Winner of TN Police Hackathon 2022- Cash Prize Rs.50,000</a:t>
            </a:r>
            <a:endParaRPr lang="en-IN" sz="1200" dirty="0">
              <a:latin typeface="Trebuchet MS" panose="020B0603020202020204" pitchFamily="34" charset="0"/>
            </a:endParaRPr>
          </a:p>
        </p:txBody>
      </p:sp>
      <p:sp>
        <p:nvSpPr>
          <p:cNvPr id="10" name="TextBox 9">
            <a:extLst>
              <a:ext uri="{FF2B5EF4-FFF2-40B4-BE49-F238E27FC236}">
                <a16:creationId xmlns:a16="http://schemas.microsoft.com/office/drawing/2014/main" id="{1826651B-4886-CB73-198B-A2639D1F9F9B}"/>
              </a:ext>
            </a:extLst>
          </p:cNvPr>
          <p:cNvSpPr txBox="1"/>
          <p:nvPr userDrawn="1"/>
        </p:nvSpPr>
        <p:spPr>
          <a:xfrm>
            <a:off x="3950024" y="3178986"/>
            <a:ext cx="3693877" cy="473528"/>
          </a:xfrm>
          <a:prstGeom prst="rect">
            <a:avLst/>
          </a:prstGeom>
          <a:noFill/>
        </p:spPr>
        <p:txBody>
          <a:bodyPr wrap="square" rtlCol="0">
            <a:spAutoFit/>
          </a:bodyPr>
          <a:lstStyle/>
          <a:p>
            <a:pPr algn="ctr">
              <a:lnSpc>
                <a:spcPct val="107000"/>
              </a:lnSpc>
              <a:spcAft>
                <a:spcPts val="800"/>
              </a:spcAft>
              <a:buNone/>
            </a:pPr>
            <a:r>
              <a:rPr lang="en-IN" sz="1200" b="1" dirty="0">
                <a:effectLst/>
                <a:latin typeface="Trebuchet MS" panose="020B0603020202020204" pitchFamily="34" charset="0"/>
                <a:ea typeface="Calibri" panose="020F0502020204030204" pitchFamily="34" charset="0"/>
                <a:cs typeface="Times New Roman" panose="02020603050405020304" pitchFamily="18" charset="0"/>
              </a:rPr>
              <a:t>Mr. Vasanth Ananth got </a:t>
            </a:r>
            <a:r>
              <a:rPr lang="en-US" sz="1200" b="1" dirty="0">
                <a:effectLst/>
                <a:latin typeface="Trebuchet MS" panose="020B0603020202020204" pitchFamily="34" charset="0"/>
                <a:ea typeface="Calibri" panose="020F0502020204030204" pitchFamily="34" charset="0"/>
                <a:cs typeface="Times New Roman" panose="02020603050405020304" pitchFamily="18" charset="0"/>
              </a:rPr>
              <a:t>Runner of AIRTEL IQ HACKATHON 2022</a:t>
            </a:r>
            <a:endParaRPr lang="en-IN" sz="1200" dirty="0">
              <a:latin typeface="Trebuchet MS" panose="020B0603020202020204" pitchFamily="34" charset="0"/>
            </a:endParaRPr>
          </a:p>
        </p:txBody>
      </p:sp>
      <p:sp>
        <p:nvSpPr>
          <p:cNvPr id="12" name="TextBox 11">
            <a:extLst>
              <a:ext uri="{FF2B5EF4-FFF2-40B4-BE49-F238E27FC236}">
                <a16:creationId xmlns:a16="http://schemas.microsoft.com/office/drawing/2014/main" id="{53F8782D-E636-5290-3A5C-B0591EF7D120}"/>
              </a:ext>
            </a:extLst>
          </p:cNvPr>
          <p:cNvSpPr txBox="1"/>
          <p:nvPr userDrawn="1"/>
        </p:nvSpPr>
        <p:spPr>
          <a:xfrm>
            <a:off x="7787544" y="3207561"/>
            <a:ext cx="3693877" cy="473528"/>
          </a:xfrm>
          <a:prstGeom prst="rect">
            <a:avLst/>
          </a:prstGeom>
          <a:noFill/>
        </p:spPr>
        <p:txBody>
          <a:bodyPr wrap="square" rtlCol="0">
            <a:spAutoFit/>
          </a:bodyPr>
          <a:lstStyle/>
          <a:p>
            <a:pPr algn="ctr">
              <a:lnSpc>
                <a:spcPct val="107000"/>
              </a:lnSpc>
              <a:spcAft>
                <a:spcPts val="800"/>
              </a:spcAft>
              <a:buNone/>
            </a:pPr>
            <a:r>
              <a:rPr lang="en-US" sz="1200" b="1" dirty="0">
                <a:effectLst/>
                <a:latin typeface="Trebuchet MS" panose="020B0603020202020204" pitchFamily="34" charset="0"/>
                <a:ea typeface="Calibri" panose="020F0502020204030204" pitchFamily="34" charset="0"/>
                <a:cs typeface="Times New Roman" panose="02020603050405020304" pitchFamily="18" charset="0"/>
              </a:rPr>
              <a:t>Mr. Vasanth Ananth Recipient of </a:t>
            </a:r>
            <a:r>
              <a:rPr lang="en-US" sz="1200" b="1" dirty="0" err="1">
                <a:effectLst/>
                <a:latin typeface="Trebuchet MS" panose="020B0603020202020204" pitchFamily="34" charset="0"/>
                <a:ea typeface="Calibri" panose="020F0502020204030204" pitchFamily="34" charset="0"/>
                <a:cs typeface="Times New Roman" panose="02020603050405020304" pitchFamily="18" charset="0"/>
              </a:rPr>
              <a:t>RADARThon</a:t>
            </a:r>
            <a:r>
              <a:rPr lang="en-US" sz="1200" b="1" dirty="0">
                <a:effectLst/>
                <a:latin typeface="Trebuchet MS" panose="020B0603020202020204" pitchFamily="34" charset="0"/>
                <a:ea typeface="Calibri" panose="020F0502020204030204" pitchFamily="34" charset="0"/>
                <a:cs typeface="Times New Roman" panose="02020603050405020304" pitchFamily="18" charset="0"/>
              </a:rPr>
              <a:t> 2023 at KIIT TBI – Odisha </a:t>
            </a:r>
            <a:endParaRPr lang="en-IN" sz="1200" dirty="0">
              <a:latin typeface="Trebuchet MS" panose="020B0603020202020204" pitchFamily="34" charset="0"/>
            </a:endParaRPr>
          </a:p>
        </p:txBody>
      </p:sp>
      <p:sp>
        <p:nvSpPr>
          <p:cNvPr id="19" name="TextBox 18">
            <a:extLst>
              <a:ext uri="{FF2B5EF4-FFF2-40B4-BE49-F238E27FC236}">
                <a16:creationId xmlns:a16="http://schemas.microsoft.com/office/drawing/2014/main" id="{7916D285-B8BD-BE3D-801C-3E022CE85C5C}"/>
              </a:ext>
            </a:extLst>
          </p:cNvPr>
          <p:cNvSpPr txBox="1"/>
          <p:nvPr userDrawn="1"/>
        </p:nvSpPr>
        <p:spPr>
          <a:xfrm>
            <a:off x="537881" y="5548882"/>
            <a:ext cx="3204274" cy="473528"/>
          </a:xfrm>
          <a:prstGeom prst="rect">
            <a:avLst/>
          </a:prstGeom>
          <a:noFill/>
        </p:spPr>
        <p:txBody>
          <a:bodyPr wrap="square" rtlCol="0">
            <a:spAutoFit/>
          </a:bodyPr>
          <a:lstStyle/>
          <a:p>
            <a:pPr>
              <a:lnSpc>
                <a:spcPct val="107000"/>
              </a:lnSpc>
              <a:spcAft>
                <a:spcPts val="800"/>
              </a:spcAft>
              <a:buNone/>
            </a:pPr>
            <a:r>
              <a:rPr lang="en-IN" sz="1200" b="1" dirty="0">
                <a:effectLst/>
                <a:latin typeface="Trebuchet MS" panose="020B0603020202020204" pitchFamily="34" charset="0"/>
                <a:ea typeface="Calibri" panose="020F0502020204030204" pitchFamily="34" charset="0"/>
                <a:cs typeface="Times New Roman" panose="02020603050405020304" pitchFamily="18" charset="0"/>
              </a:rPr>
              <a:t>Young Achiever Award 2022  from Aram        Foundation, World Tamil Sangam, Madurai</a:t>
            </a:r>
            <a:endParaRPr lang="en-IN" sz="1200" dirty="0">
              <a:effectLst/>
              <a:latin typeface="Trebuchet MS" panose="020B0603020202020204" pitchFamily="34" charset="0"/>
              <a:ea typeface="Calibri" panose="020F0502020204030204" pitchFamily="34" charset="0"/>
              <a:cs typeface="Times New Roman" panose="02020603050405020304" pitchFamily="18" charset="0"/>
            </a:endParaRPr>
          </a:p>
        </p:txBody>
      </p:sp>
      <p:sp>
        <p:nvSpPr>
          <p:cNvPr id="22" name="TextBox 21">
            <a:extLst>
              <a:ext uri="{FF2B5EF4-FFF2-40B4-BE49-F238E27FC236}">
                <a16:creationId xmlns:a16="http://schemas.microsoft.com/office/drawing/2014/main" id="{8C3FAAD4-24C6-3116-255D-0F6E5CB778D4}"/>
              </a:ext>
            </a:extLst>
          </p:cNvPr>
          <p:cNvSpPr txBox="1"/>
          <p:nvPr userDrawn="1"/>
        </p:nvSpPr>
        <p:spPr>
          <a:xfrm>
            <a:off x="3969074" y="5539357"/>
            <a:ext cx="3693877" cy="646331"/>
          </a:xfrm>
          <a:prstGeom prst="rect">
            <a:avLst/>
          </a:prstGeom>
          <a:noFill/>
        </p:spPr>
        <p:txBody>
          <a:bodyPr wrap="square">
            <a:spAutoFit/>
          </a:bodyPr>
          <a:lstStyle/>
          <a:p>
            <a:pPr algn="ctr"/>
            <a:r>
              <a:rPr lang="en-IN" sz="1200" b="1" dirty="0" err="1">
                <a:solidFill>
                  <a:srgbClr val="000000"/>
                </a:solidFill>
                <a:effectLst/>
                <a:latin typeface="Trebuchet MS" panose="020B0603020202020204" pitchFamily="34" charset="0"/>
                <a:ea typeface="Calibri" panose="020F0502020204030204" pitchFamily="34" charset="0"/>
              </a:rPr>
              <a:t>A.Ruthra</a:t>
            </a:r>
            <a:r>
              <a:rPr lang="en-IN" sz="1200" b="1" dirty="0">
                <a:solidFill>
                  <a:srgbClr val="000000"/>
                </a:solidFill>
                <a:effectLst/>
                <a:latin typeface="Trebuchet MS" panose="020B0603020202020204" pitchFamily="34" charset="0"/>
                <a:ea typeface="Calibri" panose="020F0502020204030204" pitchFamily="34" charset="0"/>
              </a:rPr>
              <a:t> Kumar, </a:t>
            </a:r>
            <a:r>
              <a:rPr lang="en-IN" sz="1200" b="1" dirty="0" err="1">
                <a:solidFill>
                  <a:srgbClr val="000000"/>
                </a:solidFill>
                <a:effectLst/>
                <a:latin typeface="Trebuchet MS" panose="020B0603020202020204" pitchFamily="34" charset="0"/>
                <a:ea typeface="Calibri" panose="020F0502020204030204" pitchFamily="34" charset="0"/>
              </a:rPr>
              <a:t>K.Saikavya</a:t>
            </a:r>
            <a:r>
              <a:rPr lang="en-IN" sz="1200" b="1" dirty="0">
                <a:solidFill>
                  <a:srgbClr val="000000"/>
                </a:solidFill>
                <a:effectLst/>
                <a:latin typeface="Trebuchet MS" panose="020B0603020202020204" pitchFamily="34" charset="0"/>
                <a:ea typeface="Calibri" panose="020F0502020204030204" pitchFamily="34" charset="0"/>
              </a:rPr>
              <a:t>, </a:t>
            </a:r>
            <a:r>
              <a:rPr lang="en-IN" sz="1200" b="1" dirty="0" err="1">
                <a:solidFill>
                  <a:srgbClr val="000000"/>
                </a:solidFill>
                <a:effectLst/>
                <a:latin typeface="Trebuchet MS" panose="020B0603020202020204" pitchFamily="34" charset="0"/>
                <a:ea typeface="Calibri" panose="020F0502020204030204" pitchFamily="34" charset="0"/>
              </a:rPr>
              <a:t>R.Nithish</a:t>
            </a:r>
            <a:r>
              <a:rPr lang="en-IN" sz="1200" b="1" dirty="0">
                <a:solidFill>
                  <a:srgbClr val="000000"/>
                </a:solidFill>
                <a:effectLst/>
                <a:latin typeface="Trebuchet MS" panose="020B0603020202020204" pitchFamily="34" charset="0"/>
                <a:ea typeface="Calibri" panose="020F0502020204030204" pitchFamily="34" charset="0"/>
              </a:rPr>
              <a:t> Kumar</a:t>
            </a:r>
            <a:r>
              <a:rPr lang="en-IN" sz="1200" b="1" dirty="0">
                <a:effectLst/>
                <a:latin typeface="Trebuchet MS" panose="020B0603020202020204" pitchFamily="34" charset="0"/>
                <a:ea typeface="Calibri" panose="020F0502020204030204" pitchFamily="34" charset="0"/>
              </a:rPr>
              <a:t> awarded Rs.7500 for TNSCST Student Project Scheme-2023</a:t>
            </a:r>
            <a:endParaRPr lang="en-IN" sz="1200" dirty="0">
              <a:latin typeface="Trebuchet MS" panose="020B0603020202020204" pitchFamily="34" charset="0"/>
            </a:endParaRPr>
          </a:p>
        </p:txBody>
      </p:sp>
      <p:sp>
        <p:nvSpPr>
          <p:cNvPr id="26" name="TextBox 25">
            <a:extLst>
              <a:ext uri="{FF2B5EF4-FFF2-40B4-BE49-F238E27FC236}">
                <a16:creationId xmlns:a16="http://schemas.microsoft.com/office/drawing/2014/main" id="{87A93917-8EB6-7F5C-A749-A01F75CA36C6}"/>
              </a:ext>
            </a:extLst>
          </p:cNvPr>
          <p:cNvSpPr txBox="1"/>
          <p:nvPr userDrawn="1"/>
        </p:nvSpPr>
        <p:spPr>
          <a:xfrm>
            <a:off x="7907752" y="5598045"/>
            <a:ext cx="3491563" cy="473528"/>
          </a:xfrm>
          <a:prstGeom prst="rect">
            <a:avLst/>
          </a:prstGeom>
          <a:noFill/>
        </p:spPr>
        <p:txBody>
          <a:bodyPr wrap="square">
            <a:spAutoFit/>
          </a:bodyPr>
          <a:lstStyle/>
          <a:p>
            <a:pPr algn="ctr">
              <a:lnSpc>
                <a:spcPct val="107000"/>
              </a:lnSpc>
              <a:spcAft>
                <a:spcPts val="800"/>
              </a:spcAft>
            </a:pPr>
            <a:r>
              <a:rPr lang="en-IN" sz="1200" b="1" dirty="0">
                <a:solidFill>
                  <a:srgbClr val="000000"/>
                </a:solidFill>
                <a:effectLst/>
                <a:latin typeface="Trebuchet MS" panose="020B0603020202020204" pitchFamily="34" charset="0"/>
                <a:ea typeface="Calibri" panose="020F0502020204030204" pitchFamily="34" charset="0"/>
                <a:cs typeface="Times New Roman" panose="02020603050405020304" pitchFamily="18" charset="0"/>
              </a:rPr>
              <a:t>Surya R , </a:t>
            </a:r>
            <a:r>
              <a:rPr lang="en-IN" sz="1200" b="1" dirty="0" err="1">
                <a:solidFill>
                  <a:srgbClr val="000000"/>
                </a:solidFill>
                <a:effectLst/>
                <a:latin typeface="Trebuchet MS" panose="020B0603020202020204" pitchFamily="34" charset="0"/>
                <a:ea typeface="Calibri" panose="020F0502020204030204" pitchFamily="34" charset="0"/>
                <a:cs typeface="Times New Roman" panose="02020603050405020304" pitchFamily="18" charset="0"/>
              </a:rPr>
              <a:t>Ruthuja</a:t>
            </a:r>
            <a:r>
              <a:rPr lang="en-IN" sz="1200" b="1" dirty="0">
                <a:solidFill>
                  <a:srgbClr val="000000"/>
                </a:solidFill>
                <a:effectLst/>
                <a:latin typeface="Trebuchet MS" panose="020B0603020202020204" pitchFamily="34" charset="0"/>
                <a:ea typeface="Calibri" panose="020F0502020204030204" pitchFamily="34" charset="0"/>
                <a:cs typeface="Times New Roman" panose="02020603050405020304" pitchFamily="18" charset="0"/>
              </a:rPr>
              <a:t> Mahesh Dabade , Sneha T - </a:t>
            </a:r>
            <a:r>
              <a:rPr lang="en-IN" sz="1200" b="1" dirty="0">
                <a:effectLst/>
                <a:latin typeface="Trebuchet MS" panose="020B0603020202020204" pitchFamily="34" charset="0"/>
                <a:ea typeface="Calibri" panose="020F0502020204030204" pitchFamily="34" charset="0"/>
                <a:cs typeface="Times New Roman" panose="02020603050405020304" pitchFamily="18" charset="0"/>
              </a:rPr>
              <a:t>FAER Scholar Award:2022-2023 (Rs.75,000) </a:t>
            </a:r>
            <a:endParaRPr lang="en-IN" sz="1200" dirty="0">
              <a:effectLst/>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27826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4813" y="388291"/>
            <a:ext cx="9414013" cy="765995"/>
          </a:xfrm>
        </p:spPr>
        <p:txBody>
          <a:bodyPr>
            <a:normAutofit/>
          </a:bodyPr>
          <a:lstStyle>
            <a:lvl1pPr>
              <a:defRPr sz="3000" b="1">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Student Recognitions</a:t>
            </a:r>
            <a:endParaRPr lang="en-IN" dirty="0"/>
          </a:p>
        </p:txBody>
      </p:sp>
      <p:pic>
        <p:nvPicPr>
          <p:cNvPr id="27" name="Picture 26"/>
          <p:cNvPicPr>
            <a:picLocks noChangeAspect="1"/>
          </p:cNvPicPr>
          <p:nvPr userDrawn="1"/>
        </p:nvPicPr>
        <p:blipFill rotWithShape="1">
          <a:blip r:embed="rId2"/>
          <a:srcRect t="4364" r="2963" b="-1"/>
          <a:stretch/>
        </p:blipFill>
        <p:spPr>
          <a:xfrm>
            <a:off x="9988826" y="14151"/>
            <a:ext cx="2203174" cy="1514041"/>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sp>
        <p:nvSpPr>
          <p:cNvPr id="29" name="Rectangle 28"/>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Picture 29"/>
          <p:cNvPicPr>
            <a:picLocks noChangeAspect="1"/>
          </p:cNvPicPr>
          <p:nvPr userDrawn="1"/>
        </p:nvPicPr>
        <p:blipFill>
          <a:blip r:embed="rId4"/>
          <a:stretch>
            <a:fillRect/>
          </a:stretch>
        </p:blipFill>
        <p:spPr>
          <a:xfrm>
            <a:off x="11511280" y="6136808"/>
            <a:ext cx="680720" cy="584667"/>
          </a:xfrm>
          <a:prstGeom prst="rect">
            <a:avLst/>
          </a:prstGeom>
        </p:spPr>
      </p:pic>
      <p:sp>
        <p:nvSpPr>
          <p:cNvPr id="31" name="Rounded Rectangle 30"/>
          <p:cNvSpPr/>
          <p:nvPr userDrawn="1"/>
        </p:nvSpPr>
        <p:spPr>
          <a:xfrm>
            <a:off x="698500" y="1187447"/>
            <a:ext cx="906463" cy="54603"/>
          </a:xfrm>
          <a:prstGeom prst="roundRect">
            <a:avLst>
              <a:gd name="adj" fmla="val 50000"/>
            </a:avLst>
          </a:prstGeom>
          <a:solidFill>
            <a:srgbClr val="A9AA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2ACA9FEA-5CEE-4F7A-A457-1CCAE5DF7043}"/>
              </a:ext>
            </a:extLst>
          </p:cNvPr>
          <p:cNvPicPr>
            <a:picLocks noChangeAspect="1"/>
          </p:cNvPicPr>
          <p:nvPr userDrawn="1"/>
        </p:nvPicPr>
        <p:blipFill>
          <a:blip r:embed="rId5"/>
          <a:stretch>
            <a:fillRect/>
          </a:stretch>
        </p:blipFill>
        <p:spPr>
          <a:xfrm>
            <a:off x="0" y="-11976"/>
            <a:ext cx="3544389" cy="266366"/>
          </a:xfrm>
          <a:prstGeom prst="rect">
            <a:avLst/>
          </a:prstGeom>
        </p:spPr>
      </p:pic>
      <p:sp>
        <p:nvSpPr>
          <p:cNvPr id="14" name="Slide Number Placeholder 5">
            <a:extLst>
              <a:ext uri="{FF2B5EF4-FFF2-40B4-BE49-F238E27FC236}">
                <a16:creationId xmlns:a16="http://schemas.microsoft.com/office/drawing/2014/main" id="{237B0786-1107-4794-B9A1-D62C76F8F8E2}"/>
              </a:ext>
            </a:extLst>
          </p:cNvPr>
          <p:cNvSpPr>
            <a:spLocks noGrp="1"/>
          </p:cNvSpPr>
          <p:nvPr>
            <p:ph type="sldNum" sz="quarter" idx="12"/>
          </p:nvPr>
        </p:nvSpPr>
        <p:spPr>
          <a:xfrm>
            <a:off x="11663680" y="6350000"/>
            <a:ext cx="503158" cy="350512"/>
          </a:xfrm>
        </p:spPr>
        <p:txBody>
          <a:bodyPr/>
          <a:lstStyle>
            <a:lvl1pPr>
              <a:defRPr sz="1400" b="1">
                <a:solidFill>
                  <a:schemeClr val="bg1"/>
                </a:solidFill>
              </a:defRPr>
            </a:lvl1pPr>
          </a:lstStyle>
          <a:p>
            <a:r>
              <a:rPr lang="en-US" dirty="0"/>
              <a:t>4</a:t>
            </a:r>
            <a:endParaRPr lang="en-IN" dirty="0"/>
          </a:p>
        </p:txBody>
      </p:sp>
      <p:sp>
        <p:nvSpPr>
          <p:cNvPr id="15" name="Date Placeholder 4">
            <a:extLst>
              <a:ext uri="{FF2B5EF4-FFF2-40B4-BE49-F238E27FC236}">
                <a16:creationId xmlns:a16="http://schemas.microsoft.com/office/drawing/2014/main" id="{A89405C6-6DC8-4382-BC34-8D5DFB1792EA}"/>
              </a:ext>
            </a:extLst>
          </p:cNvPr>
          <p:cNvSpPr>
            <a:spLocks noGrp="1"/>
          </p:cNvSpPr>
          <p:nvPr>
            <p:ph type="dt" sz="half" idx="10"/>
          </p:nvPr>
        </p:nvSpPr>
        <p:spPr>
          <a:xfrm>
            <a:off x="567626" y="6335387"/>
            <a:ext cx="2743200" cy="365125"/>
          </a:xfrm>
        </p:spPr>
        <p:txBody>
          <a:bodyPr/>
          <a:lstStyle>
            <a:lvl1pPr>
              <a:defRPr>
                <a:latin typeface="Trebuchet MS" panose="020B0603020202020204" pitchFamily="34" charset="0"/>
              </a:defRPr>
            </a:lvl1pPr>
          </a:lstStyle>
          <a:p>
            <a:endParaRPr lang="en-IN" dirty="0"/>
          </a:p>
        </p:txBody>
      </p:sp>
      <p:sp>
        <p:nvSpPr>
          <p:cNvPr id="16" name="Footer Placeholder 5">
            <a:extLst>
              <a:ext uri="{FF2B5EF4-FFF2-40B4-BE49-F238E27FC236}">
                <a16:creationId xmlns:a16="http://schemas.microsoft.com/office/drawing/2014/main" id="{99538A48-E6DB-463C-8094-5B83EB630EFD}"/>
              </a:ext>
            </a:extLst>
          </p:cNvPr>
          <p:cNvSpPr>
            <a:spLocks noGrp="1"/>
          </p:cNvSpPr>
          <p:nvPr>
            <p:ph type="ftr" sz="quarter" idx="11"/>
          </p:nvPr>
        </p:nvSpPr>
        <p:spPr>
          <a:xfrm>
            <a:off x="4038600" y="6356350"/>
            <a:ext cx="4114800" cy="365125"/>
          </a:xfrm>
        </p:spPr>
        <p:txBody>
          <a:bodyPr/>
          <a:lstStyle>
            <a:lvl1pPr>
              <a:defRPr>
                <a:latin typeface="Trebuchet MS" panose="020B0603020202020204" pitchFamily="34" charset="0"/>
              </a:defRPr>
            </a:lvl1pPr>
          </a:lstStyle>
          <a:p>
            <a:endParaRPr lang="en-IN" dirty="0"/>
          </a:p>
        </p:txBody>
      </p:sp>
      <p:pic>
        <p:nvPicPr>
          <p:cNvPr id="9" name="Picture 8" descr="proof">
            <a:extLst>
              <a:ext uri="{FF2B5EF4-FFF2-40B4-BE49-F238E27FC236}">
                <a16:creationId xmlns:a16="http://schemas.microsoft.com/office/drawing/2014/main" id="{71001E86-0036-ACF9-FFD4-8A910456E289}"/>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574813" y="1491536"/>
            <a:ext cx="3057525" cy="1576044"/>
          </a:xfrm>
          <a:prstGeom prst="rect">
            <a:avLst/>
          </a:prstGeom>
          <a:noFill/>
          <a:ln>
            <a:noFill/>
          </a:ln>
        </p:spPr>
      </p:pic>
      <p:pic>
        <p:nvPicPr>
          <p:cNvPr id="10" name="Picture 9">
            <a:extLst>
              <a:ext uri="{FF2B5EF4-FFF2-40B4-BE49-F238E27FC236}">
                <a16:creationId xmlns:a16="http://schemas.microsoft.com/office/drawing/2014/main" id="{22FFB441-307E-D337-215A-4CDB2992B0AC}"/>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70570" y="1491536"/>
            <a:ext cx="3750533" cy="1576044"/>
          </a:xfrm>
          <a:prstGeom prst="rect">
            <a:avLst/>
          </a:prstGeom>
        </p:spPr>
      </p:pic>
      <p:pic>
        <p:nvPicPr>
          <p:cNvPr id="11" name="Picture 10">
            <a:extLst>
              <a:ext uri="{FF2B5EF4-FFF2-40B4-BE49-F238E27FC236}">
                <a16:creationId xmlns:a16="http://schemas.microsoft.com/office/drawing/2014/main" id="{73F5319C-8481-A02A-1475-05103A1FFCA0}"/>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3905991" y="1491536"/>
            <a:ext cx="3764579" cy="1576044"/>
          </a:xfrm>
          <a:prstGeom prst="rect">
            <a:avLst/>
          </a:prstGeom>
        </p:spPr>
      </p:pic>
      <p:pic>
        <p:nvPicPr>
          <p:cNvPr id="12" name="Picture 11">
            <a:extLst>
              <a:ext uri="{FF2B5EF4-FFF2-40B4-BE49-F238E27FC236}">
                <a16:creationId xmlns:a16="http://schemas.microsoft.com/office/drawing/2014/main" id="{DBA2A669-E49E-5C72-463E-0CE88FA9A473}"/>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8207" r="8100"/>
          <a:stretch/>
        </p:blipFill>
        <p:spPr>
          <a:xfrm>
            <a:off x="574813" y="3820459"/>
            <a:ext cx="3004434" cy="1615032"/>
          </a:xfrm>
          <a:prstGeom prst="rect">
            <a:avLst/>
          </a:prstGeom>
        </p:spPr>
      </p:pic>
      <p:pic>
        <p:nvPicPr>
          <p:cNvPr id="18" name="Picture 17">
            <a:extLst>
              <a:ext uri="{FF2B5EF4-FFF2-40B4-BE49-F238E27FC236}">
                <a16:creationId xmlns:a16="http://schemas.microsoft.com/office/drawing/2014/main" id="{96F3BED0-9704-605D-34BB-505ECB0B36AD}"/>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7832444" y="3817285"/>
            <a:ext cx="3588659" cy="1618206"/>
          </a:xfrm>
          <a:prstGeom prst="rect">
            <a:avLst/>
          </a:prstGeom>
        </p:spPr>
      </p:pic>
      <p:pic>
        <p:nvPicPr>
          <p:cNvPr id="19" name="Picture 18">
            <a:extLst>
              <a:ext uri="{FF2B5EF4-FFF2-40B4-BE49-F238E27FC236}">
                <a16:creationId xmlns:a16="http://schemas.microsoft.com/office/drawing/2014/main" id="{1B336F06-3961-6B3C-C292-1928DE8DAA82}"/>
              </a:ext>
            </a:extLst>
          </p:cNvPr>
          <p:cNvPicPr>
            <a:picLocks noChangeAspect="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3979078" y="3803853"/>
            <a:ext cx="3453535" cy="1645070"/>
          </a:xfrm>
          <a:prstGeom prst="rect">
            <a:avLst/>
          </a:prstGeom>
          <a:noFill/>
          <a:ln>
            <a:noFill/>
          </a:ln>
        </p:spPr>
      </p:pic>
      <p:sp>
        <p:nvSpPr>
          <p:cNvPr id="21" name="TextBox 20">
            <a:extLst>
              <a:ext uri="{FF2B5EF4-FFF2-40B4-BE49-F238E27FC236}">
                <a16:creationId xmlns:a16="http://schemas.microsoft.com/office/drawing/2014/main" id="{0DDBB31A-8E58-CB7F-748B-8C5E04D30817}"/>
              </a:ext>
            </a:extLst>
          </p:cNvPr>
          <p:cNvSpPr txBox="1"/>
          <p:nvPr userDrawn="1"/>
        </p:nvSpPr>
        <p:spPr>
          <a:xfrm>
            <a:off x="468591" y="3040918"/>
            <a:ext cx="3269968" cy="473528"/>
          </a:xfrm>
          <a:prstGeom prst="rect">
            <a:avLst/>
          </a:prstGeom>
          <a:noFill/>
        </p:spPr>
        <p:txBody>
          <a:bodyPr wrap="square">
            <a:spAutoFit/>
          </a:bodyPr>
          <a:lstStyle/>
          <a:p>
            <a:pPr algn="ctr">
              <a:lnSpc>
                <a:spcPct val="107000"/>
              </a:lnSpc>
              <a:spcAft>
                <a:spcPts val="800"/>
              </a:spcAft>
              <a:buNone/>
            </a:pPr>
            <a:r>
              <a:rPr lang="en-IN" sz="1200" b="1" dirty="0">
                <a:solidFill>
                  <a:srgbClr val="000000"/>
                </a:solidFill>
                <a:effectLst/>
                <a:latin typeface="Trebuchet MS" panose="020B0603020202020204" pitchFamily="34" charset="0"/>
                <a:ea typeface="Calibri" panose="020F0502020204030204" pitchFamily="34" charset="0"/>
                <a:cs typeface="Times New Roman" panose="02020603050405020304" pitchFamily="18" charset="0"/>
              </a:rPr>
              <a:t>Surya R ,</a:t>
            </a:r>
            <a:r>
              <a:rPr lang="en-IN" sz="1200" b="1" dirty="0" err="1">
                <a:solidFill>
                  <a:srgbClr val="000000"/>
                </a:solidFill>
                <a:effectLst/>
                <a:latin typeface="Trebuchet MS" panose="020B0603020202020204" pitchFamily="34" charset="0"/>
                <a:ea typeface="Calibri" panose="020F0502020204030204" pitchFamily="34" charset="0"/>
                <a:cs typeface="Times New Roman" panose="02020603050405020304" pitchFamily="18" charset="0"/>
              </a:rPr>
              <a:t>Ruthuja</a:t>
            </a:r>
            <a:r>
              <a:rPr lang="en-IN" sz="1200" b="1" dirty="0">
                <a:solidFill>
                  <a:srgbClr val="000000"/>
                </a:solidFill>
                <a:effectLst/>
                <a:latin typeface="Trebuchet MS" panose="020B0603020202020204" pitchFamily="34" charset="0"/>
                <a:ea typeface="Calibri" panose="020F0502020204030204" pitchFamily="34" charset="0"/>
                <a:cs typeface="Times New Roman" panose="02020603050405020304" pitchFamily="18" charset="0"/>
              </a:rPr>
              <a:t> Mahesh Dabade ,Sneha T - </a:t>
            </a:r>
            <a:r>
              <a:rPr lang="en-IN" sz="1200" b="1" dirty="0">
                <a:effectLst/>
                <a:latin typeface="Trebuchet MS" panose="020B0603020202020204" pitchFamily="34" charset="0"/>
                <a:ea typeface="Calibri" panose="020F0502020204030204" pitchFamily="34" charset="0"/>
                <a:cs typeface="Times New Roman" panose="02020603050405020304" pitchFamily="18" charset="0"/>
              </a:rPr>
              <a:t>First Prize-Rs.10,000 in SDG  Hackathon.</a:t>
            </a:r>
            <a:endParaRPr lang="en-IN" sz="1200" dirty="0">
              <a:effectLst/>
              <a:latin typeface="Trebuchet MS" panose="020B0603020202020204" pitchFamily="34" charset="0"/>
              <a:ea typeface="Calibri" panose="020F0502020204030204" pitchFamily="34" charset="0"/>
              <a:cs typeface="Times New Roman" panose="02020603050405020304" pitchFamily="18" charset="0"/>
            </a:endParaRPr>
          </a:p>
        </p:txBody>
      </p:sp>
      <p:sp>
        <p:nvSpPr>
          <p:cNvPr id="23" name="TextBox 22">
            <a:extLst>
              <a:ext uri="{FF2B5EF4-FFF2-40B4-BE49-F238E27FC236}">
                <a16:creationId xmlns:a16="http://schemas.microsoft.com/office/drawing/2014/main" id="{84193C1C-7DAC-91F1-E613-2C502E0E048D}"/>
              </a:ext>
            </a:extLst>
          </p:cNvPr>
          <p:cNvSpPr txBox="1"/>
          <p:nvPr userDrawn="1"/>
        </p:nvSpPr>
        <p:spPr>
          <a:xfrm>
            <a:off x="3905991" y="3166523"/>
            <a:ext cx="7350242" cy="275909"/>
          </a:xfrm>
          <a:prstGeom prst="rect">
            <a:avLst/>
          </a:prstGeom>
          <a:noFill/>
        </p:spPr>
        <p:txBody>
          <a:bodyPr wrap="square">
            <a:spAutoFit/>
          </a:bodyPr>
          <a:lstStyle/>
          <a:p>
            <a:pPr algn="ctr">
              <a:lnSpc>
                <a:spcPct val="107000"/>
              </a:lnSpc>
              <a:spcAft>
                <a:spcPts val="800"/>
              </a:spcAft>
              <a:buNone/>
            </a:pPr>
            <a:r>
              <a:rPr lang="en-US" sz="1200" b="1" dirty="0">
                <a:effectLst/>
                <a:latin typeface="Trebuchet MS" panose="020B0603020202020204" pitchFamily="34" charset="0"/>
                <a:ea typeface="Calibri" panose="020F0502020204030204" pitchFamily="34" charset="0"/>
                <a:cs typeface="Times New Roman" panose="02020603050405020304" pitchFamily="18" charset="0"/>
              </a:rPr>
              <a:t>Mr. Vasanth Ananth got ISTE Best Student 2022 – Awarded by ISTE, Tamil Nadu Section</a:t>
            </a:r>
            <a:endParaRPr lang="en-IN" sz="1200" dirty="0">
              <a:effectLst/>
              <a:latin typeface="Trebuchet MS" panose="020B0603020202020204" pitchFamily="34" charset="0"/>
              <a:ea typeface="Calibri" panose="020F0502020204030204" pitchFamily="34" charset="0"/>
              <a:cs typeface="Times New Roman" panose="02020603050405020304" pitchFamily="18" charset="0"/>
            </a:endParaRPr>
          </a:p>
        </p:txBody>
      </p:sp>
      <p:sp>
        <p:nvSpPr>
          <p:cNvPr id="25" name="TextBox 24">
            <a:extLst>
              <a:ext uri="{FF2B5EF4-FFF2-40B4-BE49-F238E27FC236}">
                <a16:creationId xmlns:a16="http://schemas.microsoft.com/office/drawing/2014/main" id="{D43A17E1-BDAE-A0A6-A46C-DE26AB3BA611}"/>
              </a:ext>
            </a:extLst>
          </p:cNvPr>
          <p:cNvSpPr txBox="1"/>
          <p:nvPr userDrawn="1"/>
        </p:nvSpPr>
        <p:spPr>
          <a:xfrm>
            <a:off x="487641" y="5459645"/>
            <a:ext cx="3170875" cy="646331"/>
          </a:xfrm>
          <a:prstGeom prst="rect">
            <a:avLst/>
          </a:prstGeom>
          <a:noFill/>
        </p:spPr>
        <p:txBody>
          <a:bodyPr wrap="square">
            <a:spAutoFit/>
          </a:bodyPr>
          <a:lstStyle/>
          <a:p>
            <a:pPr algn="ctr"/>
            <a:r>
              <a:rPr lang="en-US" sz="1200" b="1" dirty="0">
                <a:effectLst/>
                <a:latin typeface="Trebuchet MS" panose="020B0603020202020204" pitchFamily="34" charset="0"/>
                <a:ea typeface="Calibri" panose="020F0502020204030204" pitchFamily="34" charset="0"/>
              </a:rPr>
              <a:t>Mr. Vasanth Ananth, Ms. Navaneetha M and Ms. Oviya U awarded with ISTE Best project 2022 </a:t>
            </a:r>
            <a:endParaRPr lang="en-IN" sz="1200" dirty="0">
              <a:latin typeface="Trebuchet MS" panose="020B0603020202020204" pitchFamily="34" charset="0"/>
            </a:endParaRPr>
          </a:p>
        </p:txBody>
      </p:sp>
      <p:sp>
        <p:nvSpPr>
          <p:cNvPr id="32" name="TextBox 31">
            <a:extLst>
              <a:ext uri="{FF2B5EF4-FFF2-40B4-BE49-F238E27FC236}">
                <a16:creationId xmlns:a16="http://schemas.microsoft.com/office/drawing/2014/main" id="{3ADF378C-FBD4-50DC-01AB-1F2FBC70629D}"/>
              </a:ext>
            </a:extLst>
          </p:cNvPr>
          <p:cNvSpPr txBox="1"/>
          <p:nvPr userDrawn="1"/>
        </p:nvSpPr>
        <p:spPr>
          <a:xfrm>
            <a:off x="4086226" y="5464498"/>
            <a:ext cx="3295650" cy="646331"/>
          </a:xfrm>
          <a:prstGeom prst="rect">
            <a:avLst/>
          </a:prstGeom>
          <a:noFill/>
        </p:spPr>
        <p:txBody>
          <a:bodyPr wrap="square">
            <a:spAutoFit/>
          </a:bodyPr>
          <a:lstStyle/>
          <a:p>
            <a:pPr algn="ctr"/>
            <a:r>
              <a:rPr lang="en-IN" sz="1200" b="1" dirty="0" err="1">
                <a:effectLst/>
                <a:latin typeface="Trebuchet MS" panose="020B0603020202020204" pitchFamily="34" charset="0"/>
                <a:ea typeface="Times New Roman" panose="02020603050405020304" pitchFamily="18" charset="0"/>
              </a:rPr>
              <a:t>Balasuruthika</a:t>
            </a:r>
            <a:r>
              <a:rPr lang="en-IN" sz="1200" b="1" dirty="0">
                <a:effectLst/>
                <a:latin typeface="Trebuchet MS" panose="020B0603020202020204" pitchFamily="34" charset="0"/>
                <a:ea typeface="Times New Roman" panose="02020603050405020304" pitchFamily="18" charset="0"/>
              </a:rPr>
              <a:t> and her team were awarded ₹18,000 at the Bhumi Skill-Ed Hackathon 2023–24</a:t>
            </a:r>
          </a:p>
        </p:txBody>
      </p:sp>
      <p:sp>
        <p:nvSpPr>
          <p:cNvPr id="34" name="TextBox 33">
            <a:extLst>
              <a:ext uri="{FF2B5EF4-FFF2-40B4-BE49-F238E27FC236}">
                <a16:creationId xmlns:a16="http://schemas.microsoft.com/office/drawing/2014/main" id="{5A0070FA-1247-C1D1-72A7-F0CE17AE5C5A}"/>
              </a:ext>
            </a:extLst>
          </p:cNvPr>
          <p:cNvSpPr txBox="1"/>
          <p:nvPr userDrawn="1"/>
        </p:nvSpPr>
        <p:spPr>
          <a:xfrm>
            <a:off x="7802761" y="5492633"/>
            <a:ext cx="3295650" cy="473528"/>
          </a:xfrm>
          <a:prstGeom prst="rect">
            <a:avLst/>
          </a:prstGeom>
          <a:noFill/>
        </p:spPr>
        <p:txBody>
          <a:bodyPr wrap="square">
            <a:spAutoFit/>
          </a:bodyPr>
          <a:lstStyle/>
          <a:p>
            <a:pPr marL="457200" algn="ctr">
              <a:lnSpc>
                <a:spcPct val="107000"/>
              </a:lnSpc>
              <a:spcAft>
                <a:spcPts val="800"/>
              </a:spcAft>
            </a:pPr>
            <a:r>
              <a:rPr lang="en-US" sz="1200" b="1" dirty="0">
                <a:effectLst/>
                <a:latin typeface="Trebuchet MS" panose="020B0603020202020204" pitchFamily="34" charset="0"/>
                <a:ea typeface="Calibri" panose="020F0502020204030204" pitchFamily="34" charset="0"/>
                <a:cs typeface="Times New Roman" panose="02020603050405020304" pitchFamily="18" charset="0"/>
              </a:rPr>
              <a:t>Awarding Agency: Vijay TV</a:t>
            </a:r>
            <a:r>
              <a:rPr lang="en-IN" sz="1200" b="1" dirty="0">
                <a:effectLst/>
                <a:latin typeface="Trebuchet MS" panose="020B0603020202020204" pitchFamily="34" charset="0"/>
                <a:ea typeface="Calibri" panose="020F0502020204030204" pitchFamily="34" charset="0"/>
                <a:cs typeface="Times New Roman" panose="02020603050405020304" pitchFamily="18" charset="0"/>
              </a:rPr>
              <a:t>  </a:t>
            </a:r>
            <a:r>
              <a:rPr lang="en-US" sz="1200" b="1" dirty="0">
                <a:effectLst/>
                <a:latin typeface="Trebuchet MS" panose="020B0603020202020204" pitchFamily="34" charset="0"/>
                <a:ea typeface="Calibri" panose="020F0502020204030204" pitchFamily="34" charset="0"/>
                <a:cs typeface="Times New Roman" panose="02020603050405020304" pitchFamily="18" charset="0"/>
              </a:rPr>
              <a:t>Details: Dance Competition</a:t>
            </a:r>
            <a:endParaRPr lang="en-IN" sz="1200" dirty="0">
              <a:effectLst/>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79337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4813" y="388291"/>
            <a:ext cx="9414013" cy="765995"/>
          </a:xfrm>
        </p:spPr>
        <p:txBody>
          <a:bodyPr>
            <a:normAutofit/>
          </a:bodyPr>
          <a:lstStyle>
            <a:lvl1pPr>
              <a:defRPr sz="3000" b="1">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Student Recognitions</a:t>
            </a:r>
            <a:endParaRPr lang="en-IN" dirty="0"/>
          </a:p>
        </p:txBody>
      </p:sp>
      <p:pic>
        <p:nvPicPr>
          <p:cNvPr id="27" name="Picture 26"/>
          <p:cNvPicPr>
            <a:picLocks noChangeAspect="1"/>
          </p:cNvPicPr>
          <p:nvPr userDrawn="1"/>
        </p:nvPicPr>
        <p:blipFill rotWithShape="1">
          <a:blip r:embed="rId2"/>
          <a:srcRect t="4364" r="2963" b="-1"/>
          <a:stretch/>
        </p:blipFill>
        <p:spPr>
          <a:xfrm>
            <a:off x="9988826" y="14151"/>
            <a:ext cx="2203174" cy="1514041"/>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sp>
        <p:nvSpPr>
          <p:cNvPr id="29" name="Rectangle 28"/>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Picture 29"/>
          <p:cNvPicPr>
            <a:picLocks noChangeAspect="1"/>
          </p:cNvPicPr>
          <p:nvPr userDrawn="1"/>
        </p:nvPicPr>
        <p:blipFill>
          <a:blip r:embed="rId4"/>
          <a:stretch>
            <a:fillRect/>
          </a:stretch>
        </p:blipFill>
        <p:spPr>
          <a:xfrm>
            <a:off x="11511280" y="6136808"/>
            <a:ext cx="680720" cy="584667"/>
          </a:xfrm>
          <a:prstGeom prst="rect">
            <a:avLst/>
          </a:prstGeom>
        </p:spPr>
      </p:pic>
      <p:sp>
        <p:nvSpPr>
          <p:cNvPr id="31" name="Rounded Rectangle 30"/>
          <p:cNvSpPr/>
          <p:nvPr userDrawn="1"/>
        </p:nvSpPr>
        <p:spPr>
          <a:xfrm>
            <a:off x="698500" y="1187447"/>
            <a:ext cx="906463" cy="54603"/>
          </a:xfrm>
          <a:prstGeom prst="roundRect">
            <a:avLst>
              <a:gd name="adj" fmla="val 50000"/>
            </a:avLst>
          </a:prstGeom>
          <a:solidFill>
            <a:srgbClr val="A9AA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2ACA9FEA-5CEE-4F7A-A457-1CCAE5DF7043}"/>
              </a:ext>
            </a:extLst>
          </p:cNvPr>
          <p:cNvPicPr>
            <a:picLocks noChangeAspect="1"/>
          </p:cNvPicPr>
          <p:nvPr userDrawn="1"/>
        </p:nvPicPr>
        <p:blipFill>
          <a:blip r:embed="rId5"/>
          <a:stretch>
            <a:fillRect/>
          </a:stretch>
        </p:blipFill>
        <p:spPr>
          <a:xfrm>
            <a:off x="0" y="-11976"/>
            <a:ext cx="3544389" cy="266366"/>
          </a:xfrm>
          <a:prstGeom prst="rect">
            <a:avLst/>
          </a:prstGeom>
        </p:spPr>
      </p:pic>
      <p:sp>
        <p:nvSpPr>
          <p:cNvPr id="14" name="Slide Number Placeholder 5">
            <a:extLst>
              <a:ext uri="{FF2B5EF4-FFF2-40B4-BE49-F238E27FC236}">
                <a16:creationId xmlns:a16="http://schemas.microsoft.com/office/drawing/2014/main" id="{237B0786-1107-4794-B9A1-D62C76F8F8E2}"/>
              </a:ext>
            </a:extLst>
          </p:cNvPr>
          <p:cNvSpPr>
            <a:spLocks noGrp="1"/>
          </p:cNvSpPr>
          <p:nvPr>
            <p:ph type="sldNum" sz="quarter" idx="12"/>
          </p:nvPr>
        </p:nvSpPr>
        <p:spPr>
          <a:xfrm>
            <a:off x="11663680" y="6350000"/>
            <a:ext cx="503158" cy="350512"/>
          </a:xfrm>
        </p:spPr>
        <p:txBody>
          <a:bodyPr/>
          <a:lstStyle>
            <a:lvl1pPr>
              <a:defRPr sz="1400" b="1">
                <a:solidFill>
                  <a:schemeClr val="bg1"/>
                </a:solidFill>
              </a:defRPr>
            </a:lvl1pPr>
          </a:lstStyle>
          <a:p>
            <a:r>
              <a:rPr lang="en-US" dirty="0"/>
              <a:t>5</a:t>
            </a:r>
            <a:endParaRPr lang="en-IN" dirty="0"/>
          </a:p>
        </p:txBody>
      </p:sp>
      <p:sp>
        <p:nvSpPr>
          <p:cNvPr id="15" name="Date Placeholder 4">
            <a:extLst>
              <a:ext uri="{FF2B5EF4-FFF2-40B4-BE49-F238E27FC236}">
                <a16:creationId xmlns:a16="http://schemas.microsoft.com/office/drawing/2014/main" id="{A89405C6-6DC8-4382-BC34-8D5DFB1792EA}"/>
              </a:ext>
            </a:extLst>
          </p:cNvPr>
          <p:cNvSpPr>
            <a:spLocks noGrp="1"/>
          </p:cNvSpPr>
          <p:nvPr>
            <p:ph type="dt" sz="half" idx="10"/>
          </p:nvPr>
        </p:nvSpPr>
        <p:spPr>
          <a:xfrm>
            <a:off x="567626" y="6335387"/>
            <a:ext cx="2743200" cy="365125"/>
          </a:xfrm>
        </p:spPr>
        <p:txBody>
          <a:bodyPr/>
          <a:lstStyle>
            <a:lvl1pPr>
              <a:defRPr>
                <a:latin typeface="Trebuchet MS" panose="020B0603020202020204" pitchFamily="34" charset="0"/>
              </a:defRPr>
            </a:lvl1pPr>
          </a:lstStyle>
          <a:p>
            <a:endParaRPr lang="en-IN" dirty="0"/>
          </a:p>
        </p:txBody>
      </p:sp>
      <p:sp>
        <p:nvSpPr>
          <p:cNvPr id="16" name="Footer Placeholder 5">
            <a:extLst>
              <a:ext uri="{FF2B5EF4-FFF2-40B4-BE49-F238E27FC236}">
                <a16:creationId xmlns:a16="http://schemas.microsoft.com/office/drawing/2014/main" id="{99538A48-E6DB-463C-8094-5B83EB630EFD}"/>
              </a:ext>
            </a:extLst>
          </p:cNvPr>
          <p:cNvSpPr>
            <a:spLocks noGrp="1"/>
          </p:cNvSpPr>
          <p:nvPr>
            <p:ph type="ftr" sz="quarter" idx="11"/>
          </p:nvPr>
        </p:nvSpPr>
        <p:spPr>
          <a:xfrm>
            <a:off x="4038600" y="6356350"/>
            <a:ext cx="4114800" cy="365125"/>
          </a:xfrm>
        </p:spPr>
        <p:txBody>
          <a:bodyPr/>
          <a:lstStyle>
            <a:lvl1pPr>
              <a:defRPr>
                <a:latin typeface="Trebuchet MS" panose="020B0603020202020204" pitchFamily="34" charset="0"/>
              </a:defRPr>
            </a:lvl1pPr>
          </a:lstStyle>
          <a:p>
            <a:endParaRPr lang="en-IN" dirty="0"/>
          </a:p>
        </p:txBody>
      </p:sp>
      <p:pic>
        <p:nvPicPr>
          <p:cNvPr id="3" name="Picture 2">
            <a:extLst>
              <a:ext uri="{FF2B5EF4-FFF2-40B4-BE49-F238E27FC236}">
                <a16:creationId xmlns:a16="http://schemas.microsoft.com/office/drawing/2014/main" id="{89819B86-8F68-80CF-E4CA-9590160D304C}"/>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4778981" y="3798322"/>
            <a:ext cx="2492819" cy="1953928"/>
          </a:xfrm>
          <a:prstGeom prst="rect">
            <a:avLst/>
          </a:prstGeom>
          <a:noFill/>
          <a:ln>
            <a:noFill/>
          </a:ln>
        </p:spPr>
      </p:pic>
      <p:pic>
        <p:nvPicPr>
          <p:cNvPr id="5" name="Picture 4">
            <a:extLst>
              <a:ext uri="{FF2B5EF4-FFF2-40B4-BE49-F238E27FC236}">
                <a16:creationId xmlns:a16="http://schemas.microsoft.com/office/drawing/2014/main" id="{843E50D5-2857-72A1-D1A3-5ED0B0581F91}"/>
              </a:ext>
            </a:extLst>
          </p:cNvPr>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574813" y="1191602"/>
            <a:ext cx="4184984" cy="1953929"/>
          </a:xfrm>
          <a:prstGeom prst="rect">
            <a:avLst/>
          </a:prstGeom>
          <a:noFill/>
          <a:ln>
            <a:noFill/>
          </a:ln>
        </p:spPr>
      </p:pic>
      <p:pic>
        <p:nvPicPr>
          <p:cNvPr id="6" name="Content Placeholder 4">
            <a:extLst>
              <a:ext uri="{FF2B5EF4-FFF2-40B4-BE49-F238E27FC236}">
                <a16:creationId xmlns:a16="http://schemas.microsoft.com/office/drawing/2014/main" id="{A0A0897D-F685-21AA-B456-BC539691C008}"/>
              </a:ext>
            </a:extLst>
          </p:cNvPr>
          <p:cNvPicPr>
            <a:picLocks noChangeAspect="1"/>
          </p:cNvPicPr>
          <p:nvPr userDrawn="1"/>
        </p:nvPicPr>
        <p:blipFill>
          <a:blip r:embed="rId8" cstate="print">
            <a:extLst>
              <a:ext uri="{28A0092B-C50C-407E-A947-70E740481C1C}">
                <a14:useLocalDpi xmlns:a14="http://schemas.microsoft.com/office/drawing/2010/main" val="0"/>
              </a:ext>
            </a:extLst>
          </a:blip>
          <a:srcRect r="17343"/>
          <a:stretch/>
        </p:blipFill>
        <p:spPr>
          <a:xfrm>
            <a:off x="574813" y="3772435"/>
            <a:ext cx="2587488" cy="1991789"/>
          </a:xfrm>
          <a:prstGeom prst="rect">
            <a:avLst/>
          </a:prstGeom>
        </p:spPr>
      </p:pic>
      <p:pic>
        <p:nvPicPr>
          <p:cNvPr id="7" name="Picture 6">
            <a:extLst>
              <a:ext uri="{FF2B5EF4-FFF2-40B4-BE49-F238E27FC236}">
                <a16:creationId xmlns:a16="http://schemas.microsoft.com/office/drawing/2014/main" id="{B66743D9-16D0-AC7F-3190-49C9EA45E4BB}"/>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8480" y="3724905"/>
            <a:ext cx="2195909" cy="2027345"/>
          </a:xfrm>
          <a:prstGeom prst="rect">
            <a:avLst/>
          </a:prstGeom>
        </p:spPr>
      </p:pic>
      <p:pic>
        <p:nvPicPr>
          <p:cNvPr id="8" name="Picture 7">
            <a:extLst>
              <a:ext uri="{FF2B5EF4-FFF2-40B4-BE49-F238E27FC236}">
                <a16:creationId xmlns:a16="http://schemas.microsoft.com/office/drawing/2014/main" id="{84BB164A-F210-0752-9010-4BAB6B0D92AE}"/>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b="17736"/>
          <a:stretch/>
        </p:blipFill>
        <p:spPr>
          <a:xfrm>
            <a:off x="6686549" y="1171828"/>
            <a:ext cx="4403863" cy="1970430"/>
          </a:xfrm>
          <a:prstGeom prst="rect">
            <a:avLst/>
          </a:prstGeom>
        </p:spPr>
      </p:pic>
      <p:sp>
        <p:nvSpPr>
          <p:cNvPr id="20" name="TextBox 19">
            <a:extLst>
              <a:ext uri="{FF2B5EF4-FFF2-40B4-BE49-F238E27FC236}">
                <a16:creationId xmlns:a16="http://schemas.microsoft.com/office/drawing/2014/main" id="{5AB7DCFE-5B59-21BA-CD39-C784B348A750}"/>
              </a:ext>
            </a:extLst>
          </p:cNvPr>
          <p:cNvSpPr txBox="1"/>
          <p:nvPr userDrawn="1"/>
        </p:nvSpPr>
        <p:spPr>
          <a:xfrm>
            <a:off x="475202" y="3142258"/>
            <a:ext cx="4384205" cy="461665"/>
          </a:xfrm>
          <a:prstGeom prst="rect">
            <a:avLst/>
          </a:prstGeom>
          <a:noFill/>
        </p:spPr>
        <p:txBody>
          <a:bodyPr wrap="square">
            <a:spAutoFit/>
          </a:bodyPr>
          <a:lstStyle/>
          <a:p>
            <a:pPr algn="ctr"/>
            <a:r>
              <a:rPr lang="en-IN" sz="1200" b="1" dirty="0">
                <a:effectLst/>
                <a:latin typeface="Trebuchet MS" panose="020B0603020202020204" pitchFamily="34" charset="0"/>
                <a:ea typeface="Calibri" panose="020F0502020204030204" pitchFamily="34" charset="0"/>
                <a:cs typeface="Times New Roman" panose="02020603050405020304" pitchFamily="18" charset="0"/>
              </a:rPr>
              <a:t>Risman and </a:t>
            </a:r>
            <a:r>
              <a:rPr lang="en-IN" sz="1200" b="1" dirty="0" err="1">
                <a:effectLst/>
                <a:latin typeface="Trebuchet MS" panose="020B0603020202020204" pitchFamily="34" charset="0"/>
                <a:ea typeface="Calibri" panose="020F0502020204030204" pitchFamily="34" charset="0"/>
                <a:cs typeface="Times New Roman" panose="02020603050405020304" pitchFamily="18" charset="0"/>
              </a:rPr>
              <a:t>Kavithasree</a:t>
            </a:r>
            <a:r>
              <a:rPr lang="en-IN" sz="1200" b="1" dirty="0">
                <a:effectLst/>
                <a:latin typeface="Trebuchet MS" panose="020B0603020202020204" pitchFamily="34" charset="0"/>
                <a:ea typeface="Calibri" panose="020F0502020204030204" pitchFamily="34" charset="0"/>
                <a:cs typeface="Times New Roman" panose="02020603050405020304" pitchFamily="18" charset="0"/>
              </a:rPr>
              <a:t> were awarded Rs. 20,000 at the </a:t>
            </a:r>
            <a:r>
              <a:rPr lang="en-IN" sz="1200" b="1" dirty="0" err="1">
                <a:effectLst/>
                <a:latin typeface="Trebuchet MS" panose="020B0603020202020204" pitchFamily="34" charset="0"/>
                <a:ea typeface="Calibri" panose="020F0502020204030204" pitchFamily="34" charset="0"/>
                <a:cs typeface="Times New Roman" panose="02020603050405020304" pitchFamily="18" charset="0"/>
              </a:rPr>
              <a:t>Guvi</a:t>
            </a:r>
            <a:r>
              <a:rPr lang="en-IN" sz="1200" b="1" dirty="0">
                <a:effectLst/>
                <a:latin typeface="Trebuchet MS" panose="020B0603020202020204" pitchFamily="34" charset="0"/>
                <a:ea typeface="Calibri" panose="020F0502020204030204" pitchFamily="34" charset="0"/>
                <a:cs typeface="Times New Roman" panose="02020603050405020304" pitchFamily="18" charset="0"/>
              </a:rPr>
              <a:t> Naan Mudhalvan Hackathon 2024</a:t>
            </a:r>
            <a:endParaRPr lang="en-IN" sz="1200" b="1" dirty="0">
              <a:latin typeface="Trebuchet MS" panose="020B0603020202020204" pitchFamily="34" charset="0"/>
            </a:endParaRPr>
          </a:p>
        </p:txBody>
      </p:sp>
      <p:sp>
        <p:nvSpPr>
          <p:cNvPr id="21" name="Rectangle 2">
            <a:extLst>
              <a:ext uri="{FF2B5EF4-FFF2-40B4-BE49-F238E27FC236}">
                <a16:creationId xmlns:a16="http://schemas.microsoft.com/office/drawing/2014/main" id="{118F15B5-A062-CC6A-3121-40CEA8B06161}"/>
              </a:ext>
            </a:extLst>
          </p:cNvPr>
          <p:cNvSpPr>
            <a:spLocks noChangeArrowheads="1"/>
          </p:cNvSpPr>
          <p:nvPr userDrawn="1"/>
        </p:nvSpPr>
        <p:spPr bwMode="auto">
          <a:xfrm>
            <a:off x="2016597" y="193786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708D56A6-373C-3C96-CB08-A55882D843B2}"/>
              </a:ext>
            </a:extLst>
          </p:cNvPr>
          <p:cNvSpPr>
            <a:spLocks noChangeArrowheads="1"/>
          </p:cNvSpPr>
          <p:nvPr userDrawn="1"/>
        </p:nvSpPr>
        <p:spPr bwMode="auto">
          <a:xfrm>
            <a:off x="7081939" y="3140325"/>
            <a:ext cx="361308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rebuchet MS" panose="020B0603020202020204" pitchFamily="34" charset="0"/>
                <a:ea typeface="Calibri" panose="020F0502020204030204" pitchFamily="34" charset="0"/>
                <a:cs typeface="Times New Roman" panose="02020603050405020304" pitchFamily="18" charset="0"/>
              </a:rPr>
              <a:t>Title of Award/ Recognition: Vijay </a:t>
            </a:r>
            <a:r>
              <a:rPr kumimoji="0" lang="en-US" altLang="en-US" sz="1200" b="1" i="0" u="none" strike="noStrike" cap="none" normalizeH="0" baseline="0" dirty="0" err="1">
                <a:ln>
                  <a:noFill/>
                </a:ln>
                <a:solidFill>
                  <a:schemeClr val="tx1"/>
                </a:solidFill>
                <a:effectLst/>
                <a:latin typeface="Trebuchet MS" panose="020B0603020202020204" pitchFamily="34" charset="0"/>
                <a:ea typeface="Calibri" panose="020F0502020204030204" pitchFamily="34" charset="0"/>
                <a:cs typeface="Times New Roman" panose="02020603050405020304" pitchFamily="18" charset="0"/>
              </a:rPr>
              <a:t>Takkar</a:t>
            </a:r>
            <a:r>
              <a:rPr kumimoji="0" lang="en-US" altLang="en-US" sz="1200" b="1" i="0" u="none" strike="noStrike" cap="none" normalizeH="0" baseline="0" dirty="0">
                <a:ln>
                  <a:noFill/>
                </a:ln>
                <a:solidFill>
                  <a:schemeClr val="tx1"/>
                </a:solidFill>
                <a:effectLst/>
                <a:latin typeface="Trebuchet MS" panose="020B0603020202020204" pitchFamily="34" charset="0"/>
                <a:ea typeface="Calibri" panose="020F0502020204030204" pitchFamily="34" charset="0"/>
                <a:cs typeface="Times New Roman" panose="02020603050405020304" pitchFamily="18" charset="0"/>
              </a:rPr>
              <a:t> Talent Fest Finalist 2023</a:t>
            </a:r>
            <a:endParaRPr kumimoji="0" lang="en-US" altLang="en-US" sz="1800" b="0" i="0" u="none" strike="noStrike" cap="none" normalizeH="0" baseline="0" dirty="0">
              <a:ln>
                <a:noFill/>
              </a:ln>
              <a:solidFill>
                <a:schemeClr val="tx1"/>
              </a:solidFill>
              <a:effectLst/>
              <a:latin typeface="Trebuchet MS" panose="020B0603020202020204" pitchFamily="34" charset="0"/>
            </a:endParaRPr>
          </a:p>
        </p:txBody>
      </p:sp>
      <p:sp>
        <p:nvSpPr>
          <p:cNvPr id="24" name="TextBox 23">
            <a:extLst>
              <a:ext uri="{FF2B5EF4-FFF2-40B4-BE49-F238E27FC236}">
                <a16:creationId xmlns:a16="http://schemas.microsoft.com/office/drawing/2014/main" id="{8380BE13-8252-F1CB-E92A-60DF99BA4F58}"/>
              </a:ext>
            </a:extLst>
          </p:cNvPr>
          <p:cNvSpPr txBox="1"/>
          <p:nvPr userDrawn="1"/>
        </p:nvSpPr>
        <p:spPr>
          <a:xfrm>
            <a:off x="4260833" y="5756388"/>
            <a:ext cx="3529114" cy="461665"/>
          </a:xfrm>
          <a:prstGeom prst="rect">
            <a:avLst/>
          </a:prstGeom>
          <a:noFill/>
        </p:spPr>
        <p:txBody>
          <a:bodyPr wrap="square">
            <a:spAutoFit/>
          </a:bodyPr>
          <a:lstStyle/>
          <a:p>
            <a:pPr algn="ctr"/>
            <a:r>
              <a:rPr lang="en-IN" sz="1200" b="1" dirty="0">
                <a:effectLst/>
                <a:latin typeface="Trebuchet MS" panose="020B0603020202020204" pitchFamily="34" charset="0"/>
                <a:ea typeface="Calibri" panose="020F0502020204030204" pitchFamily="34" charset="0"/>
                <a:cs typeface="Times New Roman" panose="02020603050405020304" pitchFamily="18" charset="0"/>
              </a:rPr>
              <a:t>R. Mathumitha and P. Kanishka were awarded ₹5000 at the </a:t>
            </a:r>
            <a:r>
              <a:rPr lang="en-IN" sz="1200" b="1" dirty="0" err="1">
                <a:effectLst/>
                <a:latin typeface="Trebuchet MS" panose="020B0603020202020204" pitchFamily="34" charset="0"/>
                <a:ea typeface="Calibri" panose="020F0502020204030204" pitchFamily="34" charset="0"/>
                <a:cs typeface="Times New Roman" panose="02020603050405020304" pitchFamily="18" charset="0"/>
              </a:rPr>
              <a:t>Codeathon</a:t>
            </a:r>
            <a:r>
              <a:rPr lang="en-IN" sz="1200" b="1" dirty="0">
                <a:effectLst/>
                <a:latin typeface="Trebuchet MS" panose="020B0603020202020204" pitchFamily="34" charset="0"/>
                <a:ea typeface="Calibri" panose="020F0502020204030204" pitchFamily="34" charset="0"/>
                <a:cs typeface="Times New Roman" panose="02020603050405020304" pitchFamily="18" charset="0"/>
              </a:rPr>
              <a:t> 2023</a:t>
            </a:r>
            <a:endParaRPr lang="en-IN" sz="1200" b="1" dirty="0">
              <a:latin typeface="Trebuchet MS" panose="020B0603020202020204" pitchFamily="34" charset="0"/>
            </a:endParaRPr>
          </a:p>
        </p:txBody>
      </p:sp>
      <p:sp>
        <p:nvSpPr>
          <p:cNvPr id="32" name="TextBox 31">
            <a:extLst>
              <a:ext uri="{FF2B5EF4-FFF2-40B4-BE49-F238E27FC236}">
                <a16:creationId xmlns:a16="http://schemas.microsoft.com/office/drawing/2014/main" id="{145AF863-D2FB-37F7-AD2E-7E7B013BCF04}"/>
              </a:ext>
            </a:extLst>
          </p:cNvPr>
          <p:cNvSpPr txBox="1"/>
          <p:nvPr userDrawn="1"/>
        </p:nvSpPr>
        <p:spPr>
          <a:xfrm>
            <a:off x="41257" y="5723675"/>
            <a:ext cx="4114801" cy="671146"/>
          </a:xfrm>
          <a:prstGeom prst="rect">
            <a:avLst/>
          </a:prstGeom>
          <a:noFill/>
        </p:spPr>
        <p:txBody>
          <a:bodyPr wrap="square">
            <a:spAutoFit/>
          </a:bodyPr>
          <a:lstStyle/>
          <a:p>
            <a:pPr algn="ctr">
              <a:lnSpc>
                <a:spcPct val="107000"/>
              </a:lnSpc>
              <a:spcAft>
                <a:spcPts val="800"/>
              </a:spcAft>
              <a:tabLst>
                <a:tab pos="3228975" algn="l"/>
              </a:tabLst>
            </a:pPr>
            <a:r>
              <a:rPr lang="en-IN" sz="1200" b="1" dirty="0">
                <a:effectLst/>
                <a:latin typeface="Trebuchet MS" panose="020B0603020202020204" pitchFamily="34" charset="0"/>
                <a:ea typeface="Calibri" panose="020F0502020204030204" pitchFamily="34" charset="0"/>
                <a:cs typeface="Times New Roman" panose="02020603050405020304" pitchFamily="18" charset="0"/>
              </a:rPr>
              <a:t>R. </a:t>
            </a:r>
            <a:r>
              <a:rPr lang="en-IN" sz="1200" b="1" dirty="0" err="1">
                <a:effectLst/>
                <a:latin typeface="Trebuchet MS" panose="020B0603020202020204" pitchFamily="34" charset="0"/>
                <a:ea typeface="Calibri" panose="020F0502020204030204" pitchFamily="34" charset="0"/>
                <a:cs typeface="Times New Roman" panose="02020603050405020304" pitchFamily="18" charset="0"/>
              </a:rPr>
              <a:t>Premkumarprabhu</a:t>
            </a:r>
            <a:r>
              <a:rPr lang="en-IN" sz="1200" b="1" dirty="0">
                <a:effectLst/>
                <a:latin typeface="Trebuchet MS" panose="020B0603020202020204" pitchFamily="34" charset="0"/>
                <a:ea typeface="Calibri" panose="020F0502020204030204" pitchFamily="34" charset="0"/>
                <a:cs typeface="Times New Roman" panose="02020603050405020304" pitchFamily="18" charset="0"/>
              </a:rPr>
              <a:t> - Silver Medal in the </a:t>
            </a:r>
            <a:r>
              <a:rPr lang="en-IN" sz="1200" b="1" dirty="0" err="1">
                <a:effectLst/>
                <a:latin typeface="Trebuchet MS" panose="020B0603020202020204" pitchFamily="34" charset="0"/>
                <a:ea typeface="Calibri" panose="020F0502020204030204" pitchFamily="34" charset="0"/>
                <a:cs typeface="Times New Roman" panose="02020603050405020304" pitchFamily="18" charset="0"/>
              </a:rPr>
              <a:t>Yonex</a:t>
            </a:r>
            <a:r>
              <a:rPr lang="en-IN" sz="1200" b="1" dirty="0">
                <a:effectLst/>
                <a:latin typeface="Trebuchet MS" panose="020B0603020202020204" pitchFamily="34" charset="0"/>
                <a:ea typeface="Calibri" panose="020F0502020204030204" pitchFamily="34" charset="0"/>
                <a:cs typeface="Times New Roman" panose="02020603050405020304" pitchFamily="18" charset="0"/>
              </a:rPr>
              <a:t> Sunrise India Junior International Grand Prix 2022 held in Pune.</a:t>
            </a:r>
            <a:endParaRPr lang="en-IN" sz="1200" dirty="0">
              <a:effectLst/>
              <a:latin typeface="Trebuchet MS" panose="020B0603020202020204" pitchFamily="34" charset="0"/>
              <a:ea typeface="Calibri" panose="020F0502020204030204" pitchFamily="34" charset="0"/>
              <a:cs typeface="Times New Roman" panose="02020603050405020304" pitchFamily="18" charset="0"/>
            </a:endParaRPr>
          </a:p>
        </p:txBody>
      </p:sp>
      <p:sp>
        <p:nvSpPr>
          <p:cNvPr id="34" name="TextBox 33">
            <a:extLst>
              <a:ext uri="{FF2B5EF4-FFF2-40B4-BE49-F238E27FC236}">
                <a16:creationId xmlns:a16="http://schemas.microsoft.com/office/drawing/2014/main" id="{02BD7CCA-58E0-B81C-ED03-6A695E8C44D9}"/>
              </a:ext>
            </a:extLst>
          </p:cNvPr>
          <p:cNvSpPr txBox="1"/>
          <p:nvPr userDrawn="1"/>
        </p:nvSpPr>
        <p:spPr>
          <a:xfrm>
            <a:off x="8223114" y="5719915"/>
            <a:ext cx="3531423" cy="646331"/>
          </a:xfrm>
          <a:prstGeom prst="rect">
            <a:avLst/>
          </a:prstGeom>
          <a:noFill/>
        </p:spPr>
        <p:txBody>
          <a:bodyPr wrap="square">
            <a:spAutoFit/>
          </a:bodyPr>
          <a:lstStyle/>
          <a:p>
            <a:pPr algn="ctr"/>
            <a:r>
              <a:rPr lang="en-IN" sz="1200" b="1" dirty="0">
                <a:effectLst/>
                <a:latin typeface="Trebuchet MS" panose="020B0603020202020204" pitchFamily="34" charset="0"/>
                <a:ea typeface="Calibri" panose="020F0502020204030204" pitchFamily="34" charset="0"/>
              </a:rPr>
              <a:t>R. </a:t>
            </a:r>
            <a:r>
              <a:rPr lang="en-IN" sz="1200" b="1" dirty="0" err="1">
                <a:effectLst/>
                <a:latin typeface="Trebuchet MS" panose="020B0603020202020204" pitchFamily="34" charset="0"/>
                <a:ea typeface="Calibri" panose="020F0502020204030204" pitchFamily="34" charset="0"/>
              </a:rPr>
              <a:t>Premkumarprabhu</a:t>
            </a:r>
            <a:r>
              <a:rPr lang="en-IN" sz="1200" b="1" dirty="0">
                <a:effectLst/>
                <a:latin typeface="Trebuchet MS" panose="020B0603020202020204" pitchFamily="34" charset="0"/>
                <a:ea typeface="Calibri" panose="020F0502020204030204" pitchFamily="34" charset="0"/>
              </a:rPr>
              <a:t>, won the Doubles title and was the Runner-up in Singles at the National Championship in </a:t>
            </a:r>
            <a:r>
              <a:rPr lang="en-IN" sz="1200" b="1" dirty="0" err="1">
                <a:effectLst/>
                <a:latin typeface="Trebuchet MS" panose="020B0603020202020204" pitchFamily="34" charset="0"/>
                <a:ea typeface="Calibri" panose="020F0502020204030204" pitchFamily="34" charset="0"/>
              </a:rPr>
              <a:t>Crossminton</a:t>
            </a:r>
            <a:endParaRPr lang="en-IN" sz="1200" dirty="0">
              <a:latin typeface="Trebuchet MS" panose="020B0603020202020204" pitchFamily="34" charset="0"/>
            </a:endParaRPr>
          </a:p>
        </p:txBody>
      </p:sp>
    </p:spTree>
    <p:extLst>
      <p:ext uri="{BB962C8B-B14F-4D97-AF65-F5344CB8AC3E}">
        <p14:creationId xmlns:p14="http://schemas.microsoft.com/office/powerpoint/2010/main" val="2779789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 Title Slide">
    <p:spTree>
      <p:nvGrpSpPr>
        <p:cNvPr id="1" name=""/>
        <p:cNvGrpSpPr/>
        <p:nvPr/>
      </p:nvGrpSpPr>
      <p:grpSpPr>
        <a:xfrm>
          <a:off x="0" y="0"/>
          <a:ext cx="0" cy="0"/>
          <a:chOff x="0" y="0"/>
          <a:chExt cx="0" cy="0"/>
        </a:xfrm>
      </p:grpSpPr>
      <p:sp>
        <p:nvSpPr>
          <p:cNvPr id="45" name="Rectangle 44"/>
          <p:cNvSpPr/>
          <p:nvPr userDrawn="1"/>
        </p:nvSpPr>
        <p:spPr>
          <a:xfrm>
            <a:off x="1" y="3598605"/>
            <a:ext cx="537328" cy="1917291"/>
          </a:xfrm>
          <a:prstGeom prst="rect">
            <a:avLst/>
          </a:prstGeom>
          <a:solidFill>
            <a:srgbClr val="F382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itle 1"/>
          <p:cNvSpPr>
            <a:spLocks noGrp="1"/>
          </p:cNvSpPr>
          <p:nvPr>
            <p:ph type="title" hasCustomPrompt="1"/>
          </p:nvPr>
        </p:nvSpPr>
        <p:spPr>
          <a:xfrm>
            <a:off x="763570" y="3608436"/>
            <a:ext cx="8502349" cy="765995"/>
          </a:xfrm>
        </p:spPr>
        <p:txBody>
          <a:bodyPr>
            <a:normAutofit/>
          </a:bodyPr>
          <a:lstStyle>
            <a:lvl1pPr algn="l">
              <a:defRPr sz="3200" b="1" baseline="0">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CRITERION 1</a:t>
            </a:r>
            <a:endParaRPr lang="en-IN" dirty="0"/>
          </a:p>
        </p:txBody>
      </p:sp>
      <p:sp>
        <p:nvSpPr>
          <p:cNvPr id="12" name="Rectangle 11"/>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p:cNvPicPr>
            <a:picLocks noChangeAspect="1"/>
          </p:cNvPicPr>
          <p:nvPr userDrawn="1"/>
        </p:nvPicPr>
        <p:blipFill>
          <a:blip r:embed="rId2"/>
          <a:stretch>
            <a:fillRect/>
          </a:stretch>
        </p:blipFill>
        <p:spPr>
          <a:xfrm>
            <a:off x="11511280" y="6136808"/>
            <a:ext cx="680720" cy="584667"/>
          </a:xfrm>
          <a:prstGeom prst="rect">
            <a:avLst/>
          </a:prstGeom>
        </p:spPr>
      </p:pic>
      <p:sp>
        <p:nvSpPr>
          <p:cNvPr id="14" name="Slide Number Placeholder 5"/>
          <p:cNvSpPr>
            <a:spLocks noGrp="1"/>
          </p:cNvSpPr>
          <p:nvPr>
            <p:ph type="sldNum" sz="quarter" idx="12"/>
          </p:nvPr>
        </p:nvSpPr>
        <p:spPr>
          <a:xfrm>
            <a:off x="11663680" y="6350000"/>
            <a:ext cx="503158" cy="350512"/>
          </a:xfrm>
        </p:spPr>
        <p:txBody>
          <a:bodyPr/>
          <a:lstStyle>
            <a:lvl1pPr>
              <a:defRPr b="1">
                <a:solidFill>
                  <a:schemeClr val="bg1"/>
                </a:solidFill>
              </a:defRPr>
            </a:lvl1pPr>
          </a:lstStyle>
          <a:p>
            <a:fld id="{ED0A4932-3B2E-45C6-B621-E5DE29EAC2DE}" type="slidenum">
              <a:rPr lang="en-IN" smtClean="0"/>
              <a:pPr/>
              <a:t>‹#›</a:t>
            </a:fld>
            <a:endParaRPr lang="en-IN"/>
          </a:p>
        </p:txBody>
      </p:sp>
      <p:sp>
        <p:nvSpPr>
          <p:cNvPr id="15" name="Rectangle 14"/>
          <p:cNvSpPr/>
          <p:nvPr userDrawn="1"/>
        </p:nvSpPr>
        <p:spPr>
          <a:xfrm>
            <a:off x="9448800" y="3598604"/>
            <a:ext cx="2743200" cy="1917291"/>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Connector 15"/>
          <p:cNvCxnSpPr>
            <a:cxnSpLocks/>
          </p:cNvCxnSpPr>
          <p:nvPr userDrawn="1"/>
        </p:nvCxnSpPr>
        <p:spPr>
          <a:xfrm>
            <a:off x="763571" y="4707993"/>
            <a:ext cx="8502349" cy="0"/>
          </a:xfrm>
          <a:prstGeom prst="line">
            <a:avLst/>
          </a:prstGeom>
          <a:ln w="28575">
            <a:solidFill>
              <a:srgbClr val="A9AAAE"/>
            </a:solidFill>
          </a:ln>
        </p:spPr>
        <p:style>
          <a:lnRef idx="1">
            <a:schemeClr val="accent1"/>
          </a:lnRef>
          <a:fillRef idx="0">
            <a:schemeClr val="accent1"/>
          </a:fillRef>
          <a:effectRef idx="0">
            <a:schemeClr val="accent1"/>
          </a:effectRef>
          <a:fontRef idx="minor">
            <a:schemeClr val="tx1"/>
          </a:fontRef>
        </p:style>
      </p:cxnSp>
      <p:pic>
        <p:nvPicPr>
          <p:cNvPr id="19" name="Picture 18"/>
          <p:cNvPicPr>
            <a:picLocks noChangeAspect="1"/>
          </p:cNvPicPr>
          <p:nvPr userDrawn="1"/>
        </p:nvPicPr>
        <p:blipFill rotWithShape="1">
          <a:blip r:embed="rId3"/>
          <a:srcRect t="4364" r="2963" b="-1"/>
          <a:stretch/>
        </p:blipFill>
        <p:spPr>
          <a:xfrm>
            <a:off x="9988826" y="14151"/>
            <a:ext cx="2203174" cy="1514041"/>
          </a:xfrm>
          <a:prstGeom prst="rect">
            <a:avLst/>
          </a:prstGeom>
        </p:spPr>
      </p:pic>
      <p:pic>
        <p:nvPicPr>
          <p:cNvPr id="20" name="Picture 1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sp>
        <p:nvSpPr>
          <p:cNvPr id="22" name="Text Placeholder 33"/>
          <p:cNvSpPr>
            <a:spLocks noGrp="1"/>
          </p:cNvSpPr>
          <p:nvPr>
            <p:ph type="body" sz="quarter" idx="15" hasCustomPrompt="1"/>
          </p:nvPr>
        </p:nvSpPr>
        <p:spPr>
          <a:xfrm>
            <a:off x="763571" y="4994365"/>
            <a:ext cx="8502349" cy="460582"/>
          </a:xfrm>
        </p:spPr>
        <p:txBody>
          <a:bodyPr>
            <a:normAutofit/>
          </a:bodyPr>
          <a:lstStyle>
            <a:lvl1pPr marL="0" indent="0">
              <a:buNone/>
              <a:defRPr sz="2400" baseline="0">
                <a:latin typeface="Trebuchet MS" panose="020B0603020202020204" pitchFamily="34" charset="0"/>
              </a:defRPr>
            </a:lvl1pPr>
          </a:lstStyle>
          <a:p>
            <a:pPr lvl="0"/>
            <a:r>
              <a:rPr lang="en-US" dirty="0"/>
              <a:t>Vision, Mission and Program Educational Objectives</a:t>
            </a:r>
            <a:endParaRPr lang="en-IN" dirty="0"/>
          </a:p>
        </p:txBody>
      </p:sp>
      <p:pic>
        <p:nvPicPr>
          <p:cNvPr id="2" name="Picture 1">
            <a:extLst>
              <a:ext uri="{FF2B5EF4-FFF2-40B4-BE49-F238E27FC236}">
                <a16:creationId xmlns:a16="http://schemas.microsoft.com/office/drawing/2014/main" id="{8317A328-A301-4B1E-8636-F7A2FA5378D7}"/>
              </a:ext>
            </a:extLst>
          </p:cNvPr>
          <p:cNvPicPr>
            <a:picLocks noChangeAspect="1"/>
          </p:cNvPicPr>
          <p:nvPr userDrawn="1"/>
        </p:nvPicPr>
        <p:blipFill>
          <a:blip r:embed="rId5"/>
          <a:stretch>
            <a:fillRect/>
          </a:stretch>
        </p:blipFill>
        <p:spPr>
          <a:xfrm>
            <a:off x="0" y="-11976"/>
            <a:ext cx="3544389" cy="266366"/>
          </a:xfrm>
          <a:prstGeom prst="rect">
            <a:avLst/>
          </a:prstGeom>
        </p:spPr>
      </p:pic>
    </p:spTree>
    <p:extLst>
      <p:ext uri="{BB962C8B-B14F-4D97-AF65-F5344CB8AC3E}">
        <p14:creationId xmlns:p14="http://schemas.microsoft.com/office/powerpoint/2010/main" val="847669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4813" y="550216"/>
            <a:ext cx="9414013" cy="765995"/>
          </a:xfrm>
        </p:spPr>
        <p:txBody>
          <a:bodyPr>
            <a:normAutofit/>
          </a:bodyPr>
          <a:lstStyle>
            <a:lvl1pPr>
              <a:defRPr sz="3000" b="1">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Vision and Mission of the Department</a:t>
            </a:r>
            <a:endParaRPr lang="en-IN" dirty="0"/>
          </a:p>
        </p:txBody>
      </p:sp>
      <p:pic>
        <p:nvPicPr>
          <p:cNvPr id="27" name="Picture 26"/>
          <p:cNvPicPr>
            <a:picLocks noChangeAspect="1"/>
          </p:cNvPicPr>
          <p:nvPr userDrawn="1"/>
        </p:nvPicPr>
        <p:blipFill rotWithShape="1">
          <a:blip r:embed="rId2"/>
          <a:srcRect t="4364" r="2963" b="-1"/>
          <a:stretch/>
        </p:blipFill>
        <p:spPr>
          <a:xfrm>
            <a:off x="9988826" y="14151"/>
            <a:ext cx="2203174" cy="1514041"/>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sp>
        <p:nvSpPr>
          <p:cNvPr id="29" name="Rectangle 28"/>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Picture 29"/>
          <p:cNvPicPr>
            <a:picLocks noChangeAspect="1"/>
          </p:cNvPicPr>
          <p:nvPr userDrawn="1"/>
        </p:nvPicPr>
        <p:blipFill>
          <a:blip r:embed="rId4"/>
          <a:stretch>
            <a:fillRect/>
          </a:stretch>
        </p:blipFill>
        <p:spPr>
          <a:xfrm>
            <a:off x="11511280" y="6136808"/>
            <a:ext cx="680720" cy="584667"/>
          </a:xfrm>
          <a:prstGeom prst="rect">
            <a:avLst/>
          </a:prstGeom>
        </p:spPr>
      </p:pic>
      <p:sp>
        <p:nvSpPr>
          <p:cNvPr id="31" name="Rounded Rectangle 30"/>
          <p:cNvSpPr/>
          <p:nvPr userDrawn="1"/>
        </p:nvSpPr>
        <p:spPr>
          <a:xfrm>
            <a:off x="698500" y="1349372"/>
            <a:ext cx="906463" cy="54603"/>
          </a:xfrm>
          <a:prstGeom prst="roundRect">
            <a:avLst>
              <a:gd name="adj" fmla="val 50000"/>
            </a:avLst>
          </a:prstGeom>
          <a:solidFill>
            <a:srgbClr val="A9AA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2ACA9FEA-5CEE-4F7A-A457-1CCAE5DF7043}"/>
              </a:ext>
            </a:extLst>
          </p:cNvPr>
          <p:cNvPicPr>
            <a:picLocks noChangeAspect="1"/>
          </p:cNvPicPr>
          <p:nvPr userDrawn="1"/>
        </p:nvPicPr>
        <p:blipFill>
          <a:blip r:embed="rId5"/>
          <a:stretch>
            <a:fillRect/>
          </a:stretch>
        </p:blipFill>
        <p:spPr>
          <a:xfrm>
            <a:off x="0" y="-11976"/>
            <a:ext cx="3544389" cy="266366"/>
          </a:xfrm>
          <a:prstGeom prst="rect">
            <a:avLst/>
          </a:prstGeom>
        </p:spPr>
      </p:pic>
      <p:sp>
        <p:nvSpPr>
          <p:cNvPr id="14" name="Slide Number Placeholder 5">
            <a:extLst>
              <a:ext uri="{FF2B5EF4-FFF2-40B4-BE49-F238E27FC236}">
                <a16:creationId xmlns:a16="http://schemas.microsoft.com/office/drawing/2014/main" id="{237B0786-1107-4794-B9A1-D62C76F8F8E2}"/>
              </a:ext>
            </a:extLst>
          </p:cNvPr>
          <p:cNvSpPr>
            <a:spLocks noGrp="1"/>
          </p:cNvSpPr>
          <p:nvPr>
            <p:ph type="sldNum" sz="quarter" idx="12"/>
          </p:nvPr>
        </p:nvSpPr>
        <p:spPr>
          <a:xfrm>
            <a:off x="11663680" y="6350000"/>
            <a:ext cx="503158" cy="350512"/>
          </a:xfrm>
        </p:spPr>
        <p:txBody>
          <a:bodyPr/>
          <a:lstStyle>
            <a:lvl1pPr>
              <a:defRPr sz="1400" b="1">
                <a:solidFill>
                  <a:schemeClr val="bg1"/>
                </a:solidFill>
              </a:defRPr>
            </a:lvl1pPr>
          </a:lstStyle>
          <a:p>
            <a:fld id="{ED0A4932-3B2E-45C6-B621-E5DE29EAC2DE}" type="slidenum">
              <a:rPr lang="en-IN" smtClean="0"/>
              <a:pPr/>
              <a:t>‹#›</a:t>
            </a:fld>
            <a:endParaRPr lang="en-IN" dirty="0"/>
          </a:p>
        </p:txBody>
      </p:sp>
      <p:sp>
        <p:nvSpPr>
          <p:cNvPr id="15" name="Date Placeholder 4">
            <a:extLst>
              <a:ext uri="{FF2B5EF4-FFF2-40B4-BE49-F238E27FC236}">
                <a16:creationId xmlns:a16="http://schemas.microsoft.com/office/drawing/2014/main" id="{A89405C6-6DC8-4382-BC34-8D5DFB1792EA}"/>
              </a:ext>
            </a:extLst>
          </p:cNvPr>
          <p:cNvSpPr>
            <a:spLocks noGrp="1"/>
          </p:cNvSpPr>
          <p:nvPr>
            <p:ph type="dt" sz="half" idx="10"/>
          </p:nvPr>
        </p:nvSpPr>
        <p:spPr>
          <a:xfrm>
            <a:off x="567626" y="6335387"/>
            <a:ext cx="2743200" cy="365125"/>
          </a:xfrm>
        </p:spPr>
        <p:txBody>
          <a:bodyPr/>
          <a:lstStyle>
            <a:lvl1pPr>
              <a:defRPr>
                <a:latin typeface="Trebuchet MS" panose="020B0603020202020204" pitchFamily="34" charset="0"/>
              </a:defRPr>
            </a:lvl1pPr>
          </a:lstStyle>
          <a:p>
            <a:endParaRPr lang="en-IN" dirty="0"/>
          </a:p>
        </p:txBody>
      </p:sp>
      <p:sp>
        <p:nvSpPr>
          <p:cNvPr id="16" name="Footer Placeholder 5">
            <a:extLst>
              <a:ext uri="{FF2B5EF4-FFF2-40B4-BE49-F238E27FC236}">
                <a16:creationId xmlns:a16="http://schemas.microsoft.com/office/drawing/2014/main" id="{99538A48-E6DB-463C-8094-5B83EB630EFD}"/>
              </a:ext>
            </a:extLst>
          </p:cNvPr>
          <p:cNvSpPr>
            <a:spLocks noGrp="1"/>
          </p:cNvSpPr>
          <p:nvPr>
            <p:ph type="ftr" sz="quarter" idx="11"/>
          </p:nvPr>
        </p:nvSpPr>
        <p:spPr>
          <a:xfrm>
            <a:off x="4038600" y="6356350"/>
            <a:ext cx="4114800" cy="365125"/>
          </a:xfrm>
        </p:spPr>
        <p:txBody>
          <a:bodyPr/>
          <a:lstStyle>
            <a:lvl1pPr>
              <a:defRPr>
                <a:latin typeface="Trebuchet MS" panose="020B0603020202020204" pitchFamily="34" charset="0"/>
              </a:defRPr>
            </a:lvl1pPr>
          </a:lstStyle>
          <a:p>
            <a:endParaRPr lang="en-IN"/>
          </a:p>
        </p:txBody>
      </p:sp>
      <p:sp>
        <p:nvSpPr>
          <p:cNvPr id="4" name="Text Placeholder 7">
            <a:extLst>
              <a:ext uri="{FF2B5EF4-FFF2-40B4-BE49-F238E27FC236}">
                <a16:creationId xmlns:a16="http://schemas.microsoft.com/office/drawing/2014/main" id="{D0F2D51C-F6E9-EBCD-95FC-4CFF2372F5A8}"/>
              </a:ext>
            </a:extLst>
          </p:cNvPr>
          <p:cNvSpPr txBox="1">
            <a:spLocks/>
          </p:cNvSpPr>
          <p:nvPr userDrawn="1"/>
        </p:nvSpPr>
        <p:spPr>
          <a:xfrm>
            <a:off x="533570" y="1612037"/>
            <a:ext cx="7207866" cy="3507563"/>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600"/>
              </a:spcBef>
              <a:spcAft>
                <a:spcPts val="600"/>
              </a:spcAft>
              <a:buFont typeface="Arial" panose="020B0604020202020204" pitchFamily="34" charset="0"/>
              <a:buNone/>
              <a:defRPr/>
            </a:pPr>
            <a:r>
              <a:rPr lang="en-US" sz="1800" b="1" dirty="0">
                <a:solidFill>
                  <a:srgbClr val="F2762A"/>
                </a:solidFill>
                <a:latin typeface="Trebuchet MS" panose="020B0603020202020204" pitchFamily="34" charset="0"/>
                <a:ea typeface="Verdana" pitchFamily="34" charset="0"/>
                <a:cs typeface="Arial" panose="020B0604020202020204" pitchFamily="34" charset="0"/>
              </a:rPr>
              <a:t>Vision</a:t>
            </a:r>
          </a:p>
          <a:p>
            <a:pPr marL="228600" marR="265430" lvl="0" indent="-228600" algn="just" hangingPunct="0">
              <a:lnSpc>
                <a:spcPct val="150000"/>
              </a:lnSpc>
              <a:spcAft>
                <a:spcPts val="1000"/>
              </a:spcAft>
            </a:pPr>
            <a:r>
              <a:rPr lang="en-US" sz="1600" dirty="0">
                <a:effectLst/>
                <a:latin typeface="Trebuchet MS" panose="020B0603020202020204" pitchFamily="34" charset="0"/>
                <a:ea typeface="Times New Roman" panose="02020603050405020304" pitchFamily="18" charset="0"/>
                <a:cs typeface="Verdana" panose="020B0604030504040204" pitchFamily="34" charset="0"/>
              </a:rPr>
              <a:t>To emerge as an Information Technology knowledge hub by imparting quality  education, promoting research and innovation.</a:t>
            </a:r>
            <a:endParaRPr lang="en-IN" sz="1600" dirty="0">
              <a:effectLst/>
              <a:latin typeface="Trebuchet MS" panose="020B0603020202020204" pitchFamily="34" charset="0"/>
              <a:ea typeface="Times New Roman" panose="02020603050405020304" pitchFamily="18" charset="0"/>
              <a:cs typeface="Times New Roman" panose="02020603050405020304" pitchFamily="18" charset="0"/>
            </a:endParaRPr>
          </a:p>
          <a:p>
            <a:pPr algn="just">
              <a:spcBef>
                <a:spcPts val="600"/>
              </a:spcBef>
              <a:spcAft>
                <a:spcPts val="600"/>
              </a:spcAft>
              <a:buFont typeface="Arial" panose="020B0604020202020204" pitchFamily="34" charset="0"/>
              <a:buNone/>
              <a:defRPr/>
            </a:pPr>
            <a:r>
              <a:rPr lang="en-US" sz="1800" b="1" dirty="0">
                <a:solidFill>
                  <a:srgbClr val="F2762A"/>
                </a:solidFill>
                <a:latin typeface="Trebuchet MS" panose="020B0603020202020204" pitchFamily="34" charset="0"/>
                <a:ea typeface="Verdana" pitchFamily="34" charset="0"/>
                <a:cs typeface="Arial" panose="020B0604020202020204" pitchFamily="34" charset="0"/>
              </a:rPr>
              <a:t>Mission</a:t>
            </a:r>
          </a:p>
          <a:p>
            <a:pPr marL="228600" indent="-228600" algn="just">
              <a:lnSpc>
                <a:spcPct val="150000"/>
              </a:lnSpc>
              <a:spcBef>
                <a:spcPts val="600"/>
              </a:spcBef>
              <a:spcAft>
                <a:spcPts val="600"/>
              </a:spcAft>
              <a:defRPr/>
            </a:pPr>
            <a:r>
              <a:rPr lang="en-US" sz="1600" b="1" dirty="0">
                <a:latin typeface="Trebuchet MS" panose="020B0603020202020204" pitchFamily="34" charset="0"/>
                <a:ea typeface="Verdana" pitchFamily="34" charset="0"/>
                <a:cs typeface="Arial" panose="020B0604020202020204" pitchFamily="34" charset="0"/>
              </a:rPr>
              <a:t>M1 : </a:t>
            </a:r>
            <a:r>
              <a:rPr lang="en-US" sz="1600" b="0" dirty="0">
                <a:effectLst/>
                <a:latin typeface="Trebuchet MS" panose="020B0603020202020204" pitchFamily="34" charset="0"/>
                <a:ea typeface="Times New Roman" panose="02020603050405020304" pitchFamily="18" charset="0"/>
                <a:cs typeface="Verdana" panose="020B0604030504040204" pitchFamily="34" charset="0"/>
              </a:rPr>
              <a:t>To provide holistic education through curriculum update, inspired and experiential learning.</a:t>
            </a:r>
            <a:endParaRPr lang="en-US" sz="1600" b="0" dirty="0">
              <a:effectLst/>
              <a:latin typeface="Trebuchet MS" panose="020B0603020202020204" pitchFamily="34" charset="0"/>
              <a:ea typeface="Verdana" pitchFamily="34" charset="0"/>
              <a:cs typeface="Arial" panose="020B0604020202020204" pitchFamily="34" charset="0"/>
            </a:endParaRPr>
          </a:p>
          <a:p>
            <a:pPr marL="228600" indent="-228600" algn="just">
              <a:lnSpc>
                <a:spcPct val="150000"/>
              </a:lnSpc>
              <a:spcBef>
                <a:spcPts val="600"/>
              </a:spcBef>
              <a:spcAft>
                <a:spcPts val="600"/>
              </a:spcAft>
              <a:defRPr/>
            </a:pPr>
            <a:r>
              <a:rPr lang="en-US" sz="1600" b="1" dirty="0">
                <a:latin typeface="Trebuchet MS" panose="020B0603020202020204" pitchFamily="34" charset="0"/>
                <a:ea typeface="Verdana" pitchFamily="34" charset="0"/>
                <a:cs typeface="Arial" panose="020B0604020202020204" pitchFamily="34" charset="0"/>
              </a:rPr>
              <a:t>M2 :</a:t>
            </a:r>
            <a:r>
              <a:rPr lang="en-US" sz="1600" b="0" dirty="0">
                <a:latin typeface="Trebuchet MS" panose="020B0603020202020204" pitchFamily="34" charset="0"/>
                <a:ea typeface="Verdana" pitchFamily="34" charset="0"/>
                <a:cs typeface="Arial" panose="020B0604020202020204" pitchFamily="34" charset="0"/>
              </a:rPr>
              <a:t> </a:t>
            </a:r>
            <a:r>
              <a:rPr lang="x-none" sz="1600" b="0" dirty="0">
                <a:effectLst/>
                <a:latin typeface="Trebuchet MS" panose="020B0603020202020204" pitchFamily="34" charset="0"/>
                <a:ea typeface="Times New Roman" panose="02020603050405020304" pitchFamily="18" charset="0"/>
                <a:cs typeface="Verdana" panose="020B0604030504040204" pitchFamily="34" charset="0"/>
              </a:rPr>
              <a:t>To mould the students as responsible professionals to compete with th</a:t>
            </a:r>
            <a:r>
              <a:rPr lang="en-US" sz="1600" b="0" dirty="0">
                <a:effectLst/>
                <a:latin typeface="Trebuchet MS" panose="020B0603020202020204" pitchFamily="34" charset="0"/>
                <a:ea typeface="Times New Roman" panose="02020603050405020304" pitchFamily="18" charset="0"/>
                <a:cs typeface="Verdana" panose="020B0604030504040204" pitchFamily="34" charset="0"/>
              </a:rPr>
              <a:t>e </a:t>
            </a:r>
            <a:r>
              <a:rPr lang="x-none" sz="1600" b="0" dirty="0">
                <a:effectLst/>
                <a:latin typeface="Trebuchet MS" panose="020B0603020202020204" pitchFamily="34" charset="0"/>
                <a:ea typeface="Times New Roman" panose="02020603050405020304" pitchFamily="18" charset="0"/>
                <a:cs typeface="Verdana" panose="020B0604030504040204" pitchFamily="34" charset="0"/>
              </a:rPr>
              <a:t>emerging global challenges</a:t>
            </a:r>
            <a:r>
              <a:rPr lang="en-US" sz="1600" b="0" dirty="0">
                <a:effectLst/>
                <a:latin typeface="Trebuchet MS" panose="020B0603020202020204" pitchFamily="34" charset="0"/>
                <a:ea typeface="Times New Roman" panose="02020603050405020304" pitchFamily="18" charset="0"/>
                <a:cs typeface="Verdana" panose="020B0604030504040204" pitchFamily="34" charset="0"/>
              </a:rPr>
              <a:t>.</a:t>
            </a:r>
            <a:endParaRPr lang="en-IN" sz="1600" b="0" dirty="0">
              <a:effectLst/>
              <a:latin typeface="Trebuchet MS" panose="020B0603020202020204" pitchFamily="34" charset="0"/>
              <a:ea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A0A5561-5265-67E9-A715-0CB41D053E5F}"/>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967573" y="1612037"/>
            <a:ext cx="3884067" cy="4184914"/>
          </a:xfrm>
          <a:prstGeom prst="rect">
            <a:avLst/>
          </a:prstGeom>
        </p:spPr>
      </p:pic>
    </p:spTree>
    <p:extLst>
      <p:ext uri="{BB962C8B-B14F-4D97-AF65-F5344CB8AC3E}">
        <p14:creationId xmlns:p14="http://schemas.microsoft.com/office/powerpoint/2010/main" val="1572515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4813" y="550216"/>
            <a:ext cx="9414013" cy="765995"/>
          </a:xfrm>
        </p:spPr>
        <p:txBody>
          <a:bodyPr>
            <a:normAutofit/>
          </a:bodyPr>
          <a:lstStyle>
            <a:lvl1pPr>
              <a:defRPr sz="3000" b="1">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Program Educational Objectives (PEOs) </a:t>
            </a:r>
            <a:endParaRPr lang="en-IN" dirty="0"/>
          </a:p>
        </p:txBody>
      </p:sp>
      <p:pic>
        <p:nvPicPr>
          <p:cNvPr id="27" name="Picture 26"/>
          <p:cNvPicPr>
            <a:picLocks noChangeAspect="1"/>
          </p:cNvPicPr>
          <p:nvPr userDrawn="1"/>
        </p:nvPicPr>
        <p:blipFill rotWithShape="1">
          <a:blip r:embed="rId2"/>
          <a:srcRect t="4364" r="2963" b="-1"/>
          <a:stretch/>
        </p:blipFill>
        <p:spPr>
          <a:xfrm>
            <a:off x="9988826" y="14151"/>
            <a:ext cx="2203174" cy="1514041"/>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sp>
        <p:nvSpPr>
          <p:cNvPr id="29" name="Rectangle 28"/>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Picture 29"/>
          <p:cNvPicPr>
            <a:picLocks noChangeAspect="1"/>
          </p:cNvPicPr>
          <p:nvPr userDrawn="1"/>
        </p:nvPicPr>
        <p:blipFill>
          <a:blip r:embed="rId4"/>
          <a:stretch>
            <a:fillRect/>
          </a:stretch>
        </p:blipFill>
        <p:spPr>
          <a:xfrm>
            <a:off x="11511280" y="6136808"/>
            <a:ext cx="680720" cy="584667"/>
          </a:xfrm>
          <a:prstGeom prst="rect">
            <a:avLst/>
          </a:prstGeom>
        </p:spPr>
      </p:pic>
      <p:sp>
        <p:nvSpPr>
          <p:cNvPr id="31" name="Rounded Rectangle 30"/>
          <p:cNvSpPr/>
          <p:nvPr userDrawn="1"/>
        </p:nvSpPr>
        <p:spPr>
          <a:xfrm>
            <a:off x="698500" y="1349372"/>
            <a:ext cx="906463" cy="54603"/>
          </a:xfrm>
          <a:prstGeom prst="roundRect">
            <a:avLst>
              <a:gd name="adj" fmla="val 50000"/>
            </a:avLst>
          </a:prstGeom>
          <a:solidFill>
            <a:srgbClr val="A9AA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2ACA9FEA-5CEE-4F7A-A457-1CCAE5DF7043}"/>
              </a:ext>
            </a:extLst>
          </p:cNvPr>
          <p:cNvPicPr>
            <a:picLocks noChangeAspect="1"/>
          </p:cNvPicPr>
          <p:nvPr userDrawn="1"/>
        </p:nvPicPr>
        <p:blipFill>
          <a:blip r:embed="rId5"/>
          <a:stretch>
            <a:fillRect/>
          </a:stretch>
        </p:blipFill>
        <p:spPr>
          <a:xfrm>
            <a:off x="0" y="-11976"/>
            <a:ext cx="3544389" cy="266366"/>
          </a:xfrm>
          <a:prstGeom prst="rect">
            <a:avLst/>
          </a:prstGeom>
        </p:spPr>
      </p:pic>
      <p:sp>
        <p:nvSpPr>
          <p:cNvPr id="14" name="Slide Number Placeholder 5">
            <a:extLst>
              <a:ext uri="{FF2B5EF4-FFF2-40B4-BE49-F238E27FC236}">
                <a16:creationId xmlns:a16="http://schemas.microsoft.com/office/drawing/2014/main" id="{237B0786-1107-4794-B9A1-D62C76F8F8E2}"/>
              </a:ext>
            </a:extLst>
          </p:cNvPr>
          <p:cNvSpPr>
            <a:spLocks noGrp="1"/>
          </p:cNvSpPr>
          <p:nvPr>
            <p:ph type="sldNum" sz="quarter" idx="12"/>
          </p:nvPr>
        </p:nvSpPr>
        <p:spPr>
          <a:xfrm>
            <a:off x="11663680" y="6350000"/>
            <a:ext cx="503158" cy="350512"/>
          </a:xfrm>
        </p:spPr>
        <p:txBody>
          <a:bodyPr/>
          <a:lstStyle>
            <a:lvl1pPr>
              <a:defRPr sz="1400" b="1">
                <a:solidFill>
                  <a:schemeClr val="bg1"/>
                </a:solidFill>
              </a:defRPr>
            </a:lvl1pPr>
          </a:lstStyle>
          <a:p>
            <a:fld id="{ED0A4932-3B2E-45C6-B621-E5DE29EAC2DE}" type="slidenum">
              <a:rPr lang="en-IN" smtClean="0"/>
              <a:pPr/>
              <a:t>‹#›</a:t>
            </a:fld>
            <a:endParaRPr lang="en-IN" dirty="0"/>
          </a:p>
        </p:txBody>
      </p:sp>
      <p:sp>
        <p:nvSpPr>
          <p:cNvPr id="15" name="Date Placeholder 4">
            <a:extLst>
              <a:ext uri="{FF2B5EF4-FFF2-40B4-BE49-F238E27FC236}">
                <a16:creationId xmlns:a16="http://schemas.microsoft.com/office/drawing/2014/main" id="{A89405C6-6DC8-4382-BC34-8D5DFB1792EA}"/>
              </a:ext>
            </a:extLst>
          </p:cNvPr>
          <p:cNvSpPr>
            <a:spLocks noGrp="1"/>
          </p:cNvSpPr>
          <p:nvPr>
            <p:ph type="dt" sz="half" idx="10"/>
          </p:nvPr>
        </p:nvSpPr>
        <p:spPr>
          <a:xfrm>
            <a:off x="567626" y="6335387"/>
            <a:ext cx="2743200" cy="365125"/>
          </a:xfrm>
        </p:spPr>
        <p:txBody>
          <a:bodyPr/>
          <a:lstStyle>
            <a:lvl1pPr>
              <a:defRPr>
                <a:latin typeface="Trebuchet MS" panose="020B0603020202020204" pitchFamily="34" charset="0"/>
              </a:defRPr>
            </a:lvl1pPr>
          </a:lstStyle>
          <a:p>
            <a:endParaRPr lang="en-IN" dirty="0"/>
          </a:p>
        </p:txBody>
      </p:sp>
      <p:sp>
        <p:nvSpPr>
          <p:cNvPr id="16" name="Footer Placeholder 5">
            <a:extLst>
              <a:ext uri="{FF2B5EF4-FFF2-40B4-BE49-F238E27FC236}">
                <a16:creationId xmlns:a16="http://schemas.microsoft.com/office/drawing/2014/main" id="{99538A48-E6DB-463C-8094-5B83EB630EFD}"/>
              </a:ext>
            </a:extLst>
          </p:cNvPr>
          <p:cNvSpPr>
            <a:spLocks noGrp="1"/>
          </p:cNvSpPr>
          <p:nvPr>
            <p:ph type="ftr" sz="quarter" idx="11"/>
          </p:nvPr>
        </p:nvSpPr>
        <p:spPr>
          <a:xfrm>
            <a:off x="4016757" y="6356350"/>
            <a:ext cx="4114800" cy="365125"/>
          </a:xfrm>
        </p:spPr>
        <p:txBody>
          <a:bodyPr/>
          <a:lstStyle>
            <a:lvl1pPr>
              <a:defRPr>
                <a:latin typeface="Trebuchet MS" panose="020B0603020202020204" pitchFamily="34" charset="0"/>
              </a:defRPr>
            </a:lvl1pPr>
          </a:lstStyle>
          <a:p>
            <a:endParaRPr lang="en-IN" dirty="0"/>
          </a:p>
        </p:txBody>
      </p:sp>
      <p:graphicFrame>
        <p:nvGraphicFramePr>
          <p:cNvPr id="3" name="Table 2">
            <a:extLst>
              <a:ext uri="{FF2B5EF4-FFF2-40B4-BE49-F238E27FC236}">
                <a16:creationId xmlns:a16="http://schemas.microsoft.com/office/drawing/2014/main" id="{AAD359C1-BE7B-318A-050D-4839B127219D}"/>
              </a:ext>
            </a:extLst>
          </p:cNvPr>
          <p:cNvGraphicFramePr>
            <a:graphicFrameLocks noGrp="1"/>
          </p:cNvGraphicFramePr>
          <p:nvPr userDrawn="1">
            <p:extLst>
              <p:ext uri="{D42A27DB-BD31-4B8C-83A1-F6EECF244321}">
                <p14:modId xmlns:p14="http://schemas.microsoft.com/office/powerpoint/2010/main" val="2979314438"/>
              </p:ext>
            </p:extLst>
          </p:nvPr>
        </p:nvGraphicFramePr>
        <p:xfrm>
          <a:off x="567627" y="1544264"/>
          <a:ext cx="5366482" cy="3641538"/>
        </p:xfrm>
        <a:graphic>
          <a:graphicData uri="http://schemas.openxmlformats.org/drawingml/2006/table">
            <a:tbl>
              <a:tblPr firstRow="1" firstCol="1" lastRow="1" lastCol="1" bandRow="1" bandCol="1">
                <a:tableStyleId>{2D5ABB26-0587-4C30-8999-92F81FD0307C}</a:tableStyleId>
              </a:tblPr>
              <a:tblGrid>
                <a:gridCol w="5366482">
                  <a:extLst>
                    <a:ext uri="{9D8B030D-6E8A-4147-A177-3AD203B41FA5}">
                      <a16:colId xmlns:a16="http://schemas.microsoft.com/office/drawing/2014/main" val="20001"/>
                    </a:ext>
                  </a:extLst>
                </a:gridCol>
              </a:tblGrid>
              <a:tr h="1180304">
                <a:tc>
                  <a:txBody>
                    <a:bodyPr/>
                    <a:lstStyle/>
                    <a:p>
                      <a:pPr marL="0" marR="0" algn="just">
                        <a:lnSpc>
                          <a:spcPts val="2800"/>
                        </a:lnSpc>
                        <a:spcBef>
                          <a:spcPts val="600"/>
                        </a:spcBef>
                        <a:spcAft>
                          <a:spcPts val="0"/>
                        </a:spcAft>
                      </a:pPr>
                      <a:r>
                        <a:rPr lang="en-US" sz="1400" b="1" i="0" dirty="0">
                          <a:solidFill>
                            <a:srgbClr val="F2762A"/>
                          </a:solidFill>
                          <a:latin typeface="Trebuchet MS" panose="020B0603020202020204" pitchFamily="34" charset="0"/>
                          <a:ea typeface="Verdana"/>
                          <a:cs typeface="Arial" pitchFamily="34" charset="0"/>
                        </a:rPr>
                        <a:t>PEO1: </a:t>
                      </a:r>
                      <a:r>
                        <a:rPr lang="en-US" sz="1400" b="1" i="0" dirty="0">
                          <a:solidFill>
                            <a:srgbClr val="23245E"/>
                          </a:solidFill>
                          <a:latin typeface="Trebuchet MS" panose="020B0603020202020204" pitchFamily="34" charset="0"/>
                          <a:ea typeface="Verdana"/>
                          <a:cs typeface="Arial" pitchFamily="34" charset="0"/>
                        </a:rPr>
                        <a:t>Core competence </a:t>
                      </a:r>
                      <a:r>
                        <a:rPr lang="en-US" sz="1400" i="0" dirty="0">
                          <a:solidFill>
                            <a:srgbClr val="23245E"/>
                          </a:solidFill>
                          <a:latin typeface="Trebuchet MS" panose="020B0603020202020204" pitchFamily="34" charset="0"/>
                          <a:ea typeface="Verdana"/>
                          <a:cs typeface="Arial" pitchFamily="34" charset="0"/>
                        </a:rPr>
                        <a:t>: </a:t>
                      </a:r>
                      <a:r>
                        <a:rPr lang="en-US" sz="1400" dirty="0">
                          <a:latin typeface="Trebuchet MS" panose="020B0603020202020204" pitchFamily="34" charset="0"/>
                          <a:ea typeface="Verdana"/>
                          <a:cs typeface="Arial" pitchFamily="34" charset="0"/>
                        </a:rPr>
                        <a:t>Graduates will have core competence in engineering fundamentals and computing to solve hardware  and software engineering problems.</a:t>
                      </a:r>
                    </a:p>
                  </a:txBody>
                  <a:tcPr marL="68580" marR="68580" marT="0" marB="0" anchor="ctr"/>
                </a:tc>
                <a:extLst>
                  <a:ext uri="{0D108BD9-81ED-4DB2-BD59-A6C34878D82A}">
                    <a16:rowId xmlns:a16="http://schemas.microsoft.com/office/drawing/2014/main" val="10000"/>
                  </a:ext>
                </a:extLst>
              </a:tr>
              <a:tr h="1280296">
                <a:tc>
                  <a:txBody>
                    <a:bodyPr/>
                    <a:lstStyle/>
                    <a:p>
                      <a:pPr marL="0" marR="0" algn="just">
                        <a:lnSpc>
                          <a:spcPts val="2800"/>
                        </a:lnSpc>
                        <a:spcBef>
                          <a:spcPts val="600"/>
                        </a:spcBef>
                        <a:spcAft>
                          <a:spcPts val="0"/>
                        </a:spcAft>
                      </a:pPr>
                      <a:r>
                        <a:rPr lang="en-US" sz="1400" b="1" i="0" kern="1200" dirty="0">
                          <a:solidFill>
                            <a:srgbClr val="F2762A"/>
                          </a:solidFill>
                          <a:latin typeface="Trebuchet MS" panose="020B0603020202020204" pitchFamily="34" charset="0"/>
                          <a:ea typeface="Verdana"/>
                          <a:cs typeface="Arial" pitchFamily="34" charset="0"/>
                        </a:rPr>
                        <a:t>PEO2: </a:t>
                      </a:r>
                      <a:r>
                        <a:rPr lang="en-US" sz="1400" b="1" i="0" dirty="0">
                          <a:solidFill>
                            <a:srgbClr val="23245E"/>
                          </a:solidFill>
                          <a:latin typeface="Trebuchet MS" panose="020B0603020202020204" pitchFamily="34" charset="0"/>
                          <a:ea typeface="Verdana"/>
                          <a:cs typeface="Arial" pitchFamily="34" charset="0"/>
                        </a:rPr>
                        <a:t>Successful career </a:t>
                      </a:r>
                      <a:r>
                        <a:rPr lang="en-US" sz="1400" b="1" dirty="0">
                          <a:solidFill>
                            <a:srgbClr val="23245E"/>
                          </a:solidFill>
                          <a:latin typeface="Trebuchet MS" panose="020B0603020202020204" pitchFamily="34" charset="0"/>
                          <a:ea typeface="Verdana"/>
                          <a:cs typeface="Arial" pitchFamily="34" charset="0"/>
                        </a:rPr>
                        <a:t>: </a:t>
                      </a:r>
                      <a:r>
                        <a:rPr lang="en-US" sz="1400" dirty="0">
                          <a:latin typeface="Trebuchet MS" panose="020B0603020202020204" pitchFamily="34" charset="0"/>
                          <a:ea typeface="Verdana"/>
                          <a:cs typeface="Arial" pitchFamily="34" charset="0"/>
                        </a:rPr>
                        <a:t>Graduates will demonstrate successful professional practices in industry, academia and  e-governance.</a:t>
                      </a:r>
                    </a:p>
                  </a:txBody>
                  <a:tcPr marL="68580" marR="68580" marT="0" marB="0" anchor="ctr"/>
                </a:tc>
                <a:extLst>
                  <a:ext uri="{0D108BD9-81ED-4DB2-BD59-A6C34878D82A}">
                    <a16:rowId xmlns:a16="http://schemas.microsoft.com/office/drawing/2014/main" val="10001"/>
                  </a:ext>
                </a:extLst>
              </a:tr>
              <a:tr h="1180938">
                <a:tc>
                  <a:txBody>
                    <a:bodyPr/>
                    <a:lstStyle/>
                    <a:p>
                      <a:pPr marL="0" marR="0" algn="just">
                        <a:lnSpc>
                          <a:spcPts val="2800"/>
                        </a:lnSpc>
                        <a:spcBef>
                          <a:spcPts val="600"/>
                        </a:spcBef>
                        <a:spcAft>
                          <a:spcPts val="0"/>
                        </a:spcAft>
                      </a:pPr>
                      <a:r>
                        <a:rPr lang="en-US" sz="1400" b="1" i="0" kern="1200" dirty="0">
                          <a:solidFill>
                            <a:srgbClr val="F2762A"/>
                          </a:solidFill>
                          <a:latin typeface="Trebuchet MS" panose="020B0603020202020204" pitchFamily="34" charset="0"/>
                          <a:ea typeface="Verdana"/>
                          <a:cs typeface="Arial" pitchFamily="34" charset="0"/>
                        </a:rPr>
                        <a:t>PEO3: </a:t>
                      </a:r>
                      <a:r>
                        <a:rPr lang="en-US" sz="1400" b="1" i="0" dirty="0">
                          <a:solidFill>
                            <a:srgbClr val="23245E"/>
                          </a:solidFill>
                          <a:latin typeface="Trebuchet MS" panose="020B0603020202020204" pitchFamily="34" charset="0"/>
                          <a:ea typeface="Verdana"/>
                          <a:cs typeface="Arial" pitchFamily="34" charset="0"/>
                        </a:rPr>
                        <a:t>Ethics and life-long learning </a:t>
                      </a:r>
                      <a:r>
                        <a:rPr lang="en-US" sz="1400" i="0" dirty="0">
                          <a:solidFill>
                            <a:srgbClr val="23245E"/>
                          </a:solidFill>
                          <a:latin typeface="Trebuchet MS" panose="020B0603020202020204" pitchFamily="34" charset="0"/>
                          <a:ea typeface="Verdana"/>
                          <a:cs typeface="Arial" pitchFamily="34" charset="0"/>
                        </a:rPr>
                        <a:t>:  </a:t>
                      </a:r>
                      <a:r>
                        <a:rPr lang="en-US" sz="1400" dirty="0">
                          <a:latin typeface="Trebuchet MS" panose="020B0603020202020204" pitchFamily="34" charset="0"/>
                          <a:ea typeface="Verdana"/>
                          <a:cs typeface="Arial" pitchFamily="34" charset="0"/>
                        </a:rPr>
                        <a:t>Graduates will continue to advance in their career through life-long learning with a social and ethical concern.</a:t>
                      </a:r>
                    </a:p>
                  </a:txBody>
                  <a:tcPr marL="68580" marR="68580" marT="0" marB="0" anchor="ctr"/>
                </a:tc>
                <a:extLst>
                  <a:ext uri="{0D108BD9-81ED-4DB2-BD59-A6C34878D82A}">
                    <a16:rowId xmlns:a16="http://schemas.microsoft.com/office/drawing/2014/main" val="10002"/>
                  </a:ext>
                </a:extLst>
              </a:tr>
            </a:tbl>
          </a:graphicData>
        </a:graphic>
      </p:graphicFrame>
      <p:grpSp>
        <p:nvGrpSpPr>
          <p:cNvPr id="7" name="Canvas 107">
            <a:extLst>
              <a:ext uri="{FF2B5EF4-FFF2-40B4-BE49-F238E27FC236}">
                <a16:creationId xmlns:a16="http://schemas.microsoft.com/office/drawing/2014/main" id="{DE6137D1-EF01-F057-EFE1-26BA0BA441EE}"/>
              </a:ext>
            </a:extLst>
          </p:cNvPr>
          <p:cNvGrpSpPr/>
          <p:nvPr userDrawn="1"/>
        </p:nvGrpSpPr>
        <p:grpSpPr>
          <a:xfrm>
            <a:off x="5941618" y="1261612"/>
            <a:ext cx="5822880" cy="5155565"/>
            <a:chOff x="0" y="0"/>
            <a:chExt cx="6467556" cy="5993765"/>
          </a:xfrm>
        </p:grpSpPr>
        <p:sp>
          <p:nvSpPr>
            <p:cNvPr id="9" name="Rectangle 8">
              <a:extLst>
                <a:ext uri="{FF2B5EF4-FFF2-40B4-BE49-F238E27FC236}">
                  <a16:creationId xmlns:a16="http://schemas.microsoft.com/office/drawing/2014/main" id="{78000A35-E1EE-218B-03C2-35D00BC9B086}"/>
                </a:ext>
              </a:extLst>
            </p:cNvPr>
            <p:cNvSpPr/>
            <p:nvPr/>
          </p:nvSpPr>
          <p:spPr>
            <a:xfrm>
              <a:off x="0" y="0"/>
              <a:ext cx="5924550" cy="5993765"/>
            </a:xfrm>
            <a:prstGeom prst="rect">
              <a:avLst/>
            </a:prstGeom>
            <a:noFill/>
            <a:ln>
              <a:noFill/>
            </a:ln>
          </p:spPr>
          <p:txBody>
            <a:bodyPr/>
            <a:lstStyle/>
            <a:p>
              <a:endParaRPr lang="en-IN">
                <a:latin typeface="Lexend Deca" pitchFamily="2" charset="0"/>
              </a:endParaRPr>
            </a:p>
          </p:txBody>
        </p:sp>
        <p:sp>
          <p:nvSpPr>
            <p:cNvPr id="10" name="Rectangle 9">
              <a:extLst>
                <a:ext uri="{FF2B5EF4-FFF2-40B4-BE49-F238E27FC236}">
                  <a16:creationId xmlns:a16="http://schemas.microsoft.com/office/drawing/2014/main" id="{810AFBB7-A6E1-CA87-1587-1E295729264A}"/>
                </a:ext>
              </a:extLst>
            </p:cNvPr>
            <p:cNvSpPr>
              <a:spLocks noChangeArrowheads="1"/>
            </p:cNvSpPr>
            <p:nvPr/>
          </p:nvSpPr>
          <p:spPr bwMode="auto">
            <a:xfrm>
              <a:off x="1972945" y="1083339"/>
              <a:ext cx="1913255" cy="677011"/>
            </a:xfrm>
            <a:prstGeom prst="rect">
              <a:avLst/>
            </a:prstGeom>
            <a:solidFill>
              <a:schemeClr val="accent4">
                <a:lumMod val="20000"/>
                <a:lumOff val="80000"/>
              </a:schemeClr>
            </a:solidFill>
            <a:ln w="12700">
              <a:solidFill>
                <a:srgbClr val="92CDDC"/>
              </a:solidFill>
              <a:miter lim="800000"/>
              <a:headEnd/>
              <a:tailEnd/>
            </a:ln>
            <a:effectLst>
              <a:outerShdw dist="28398" dir="3806097" algn="ctr" rotWithShape="0">
                <a:srgbClr val="205867">
                  <a:alpha val="50000"/>
                </a:srgbClr>
              </a:outerShdw>
            </a:effectLst>
          </p:spPr>
          <p:txBody>
            <a:bodyPr rot="0" vert="horz" wrap="square" lIns="91440" tIns="45720" rIns="91440" bIns="45720" anchor="ctr" anchorCtr="0" upright="1">
              <a:noAutofit/>
            </a:bodyPr>
            <a:lstStyle/>
            <a:p>
              <a:pPr algn="ctr">
                <a:lnSpc>
                  <a:spcPct val="115000"/>
                </a:lnSpc>
                <a:spcAft>
                  <a:spcPts val="0"/>
                </a:spcAft>
              </a:pPr>
              <a:r>
                <a:rPr lang="en-US" sz="1200">
                  <a:effectLst/>
                  <a:latin typeface="Lexend Deca" pitchFamily="2" charset="0"/>
                  <a:ea typeface="Times New Roman" panose="02020603050405020304" pitchFamily="18" charset="0"/>
                  <a:cs typeface="Times New Roman" panose="02020603050405020304" pitchFamily="18" charset="0"/>
                </a:rPr>
                <a:t>Program Coordinator</a:t>
              </a:r>
              <a:endParaRPr lang="en-IN" sz="1100">
                <a:effectLst/>
                <a:latin typeface="Lexend Deca" pitchFamily="2" charset="0"/>
                <a:ea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01D74B85-F0B2-1B85-75F5-6AF7038AC1E9}"/>
                </a:ext>
              </a:extLst>
            </p:cNvPr>
            <p:cNvSpPr>
              <a:spLocks noChangeArrowheads="1"/>
            </p:cNvSpPr>
            <p:nvPr/>
          </p:nvSpPr>
          <p:spPr bwMode="auto">
            <a:xfrm>
              <a:off x="282666" y="964590"/>
              <a:ext cx="1331503" cy="1653149"/>
            </a:xfrm>
            <a:prstGeom prst="rect">
              <a:avLst/>
            </a:prstGeom>
            <a:solidFill>
              <a:schemeClr val="bg1">
                <a:lumMod val="95000"/>
              </a:schemeClr>
            </a:solidFill>
            <a:ln w="12700">
              <a:solidFill>
                <a:srgbClr val="005BB1"/>
              </a:solidFill>
              <a:miter lim="800000"/>
              <a:headEnd/>
              <a:tailEnd/>
            </a:ln>
            <a:effectLst>
              <a:outerShdw dist="28398" dir="3806097" algn="ctr" rotWithShape="0">
                <a:srgbClr val="974706">
                  <a:alpha val="50000"/>
                </a:srgbClr>
              </a:outerShdw>
            </a:effectLst>
          </p:spPr>
          <p:txBody>
            <a:bodyPr rot="0" vert="horz" wrap="square" lIns="91440" tIns="45720" rIns="91440" bIns="45720" anchor="t" anchorCtr="0" upright="1">
              <a:noAutofit/>
            </a:bodyPr>
            <a:lstStyle/>
            <a:p>
              <a:pPr>
                <a:lnSpc>
                  <a:spcPct val="115000"/>
                </a:lnSpc>
                <a:spcAft>
                  <a:spcPts val="0"/>
                </a:spcAft>
              </a:pPr>
              <a:r>
                <a:rPr lang="en-US" sz="1200" dirty="0">
                  <a:solidFill>
                    <a:srgbClr val="000000"/>
                  </a:solidFill>
                  <a:effectLst/>
                  <a:latin typeface="Lexend Deca" pitchFamily="2" charset="0"/>
                  <a:ea typeface="Times New Roman" panose="02020603050405020304" pitchFamily="18" charset="0"/>
                  <a:cs typeface="Times New Roman" panose="02020603050405020304" pitchFamily="18" charset="0"/>
                </a:rPr>
                <a:t>Views from</a:t>
              </a:r>
              <a:endParaRPr lang="en-IN" sz="1100" dirty="0">
                <a:effectLst/>
                <a:latin typeface="Lexend Deca" pitchFamily="2" charset="0"/>
                <a:ea typeface="Times New Roman" panose="02020603050405020304" pitchFamily="18" charset="0"/>
                <a:cs typeface="Times New Roman" panose="02020603050405020304" pitchFamily="18" charset="0"/>
              </a:endParaRPr>
            </a:p>
            <a:p>
              <a:pPr marL="109538" indent="-19050">
                <a:lnSpc>
                  <a:spcPct val="115000"/>
                </a:lnSpc>
                <a:spcAft>
                  <a:spcPts val="0"/>
                </a:spcAft>
                <a:buFont typeface="Arial" pitchFamily="34" charset="0"/>
                <a:buChar char="•"/>
              </a:pPr>
              <a:r>
                <a:rPr lang="en-US" sz="1200" dirty="0">
                  <a:effectLst/>
                  <a:latin typeface="Lexend Deca" pitchFamily="2" charset="0"/>
                  <a:ea typeface="Times New Roman" panose="02020603050405020304" pitchFamily="18" charset="0"/>
                  <a:cs typeface="Times New Roman" panose="02020603050405020304" pitchFamily="18" charset="0"/>
                </a:rPr>
                <a:t>  Faculty</a:t>
              </a:r>
            </a:p>
            <a:p>
              <a:pPr marL="109538" indent="-19050">
                <a:lnSpc>
                  <a:spcPct val="115000"/>
                </a:lnSpc>
                <a:spcAft>
                  <a:spcPts val="0"/>
                </a:spcAft>
                <a:buFont typeface="Arial" pitchFamily="34" charset="0"/>
                <a:buChar char="•"/>
              </a:pPr>
              <a:r>
                <a:rPr lang="en-US" sz="1200" dirty="0">
                  <a:effectLst/>
                  <a:latin typeface="Lexend Deca" pitchFamily="2" charset="0"/>
                  <a:ea typeface="Times New Roman" panose="02020603050405020304" pitchFamily="18" charset="0"/>
                  <a:cs typeface="Times New Roman" panose="02020603050405020304" pitchFamily="18" charset="0"/>
                </a:rPr>
                <a:t>  Alumni</a:t>
              </a:r>
            </a:p>
            <a:p>
              <a:pPr marL="109538" indent="-19050">
                <a:lnSpc>
                  <a:spcPct val="115000"/>
                </a:lnSpc>
                <a:spcAft>
                  <a:spcPts val="0"/>
                </a:spcAft>
                <a:buFont typeface="Arial" pitchFamily="34" charset="0"/>
                <a:buChar char="•"/>
              </a:pPr>
              <a:r>
                <a:rPr lang="en-US" sz="1200" dirty="0">
                  <a:latin typeface="Lexend Deca" pitchFamily="2" charset="0"/>
                  <a:ea typeface="Times New Roman" panose="02020603050405020304" pitchFamily="18" charset="0"/>
                  <a:cs typeface="Times New Roman" panose="02020603050405020304" pitchFamily="18" charset="0"/>
                </a:rPr>
                <a:t> Industry  Experts</a:t>
              </a:r>
            </a:p>
            <a:p>
              <a:pPr marL="109538" indent="-19050">
                <a:lnSpc>
                  <a:spcPct val="115000"/>
                </a:lnSpc>
                <a:spcAft>
                  <a:spcPts val="0"/>
                </a:spcAft>
                <a:buFont typeface="Arial" pitchFamily="34" charset="0"/>
                <a:buChar char="•"/>
              </a:pPr>
              <a:r>
                <a:rPr lang="en-US" sz="1200" dirty="0">
                  <a:effectLst/>
                  <a:latin typeface="Lexend Deca" pitchFamily="2" charset="0"/>
                  <a:ea typeface="Times New Roman" panose="02020603050405020304" pitchFamily="18" charset="0"/>
                  <a:cs typeface="Times New Roman" panose="02020603050405020304" pitchFamily="18" charset="0"/>
                </a:rPr>
                <a:t>  Students</a:t>
              </a:r>
              <a:endParaRPr lang="en-IN" sz="1100" dirty="0">
                <a:effectLst/>
                <a:latin typeface="Lexend Deca" pitchFamily="2" charset="0"/>
                <a:ea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3C061829-3F96-35E3-D40F-A109CAB1B087}"/>
                </a:ext>
              </a:extLst>
            </p:cNvPr>
            <p:cNvSpPr>
              <a:spLocks noChangeArrowheads="1"/>
            </p:cNvSpPr>
            <p:nvPr/>
          </p:nvSpPr>
          <p:spPr bwMode="auto">
            <a:xfrm>
              <a:off x="1873625" y="3087310"/>
              <a:ext cx="2110321" cy="540490"/>
            </a:xfrm>
            <a:prstGeom prst="rect">
              <a:avLst/>
            </a:prstGeom>
            <a:solidFill>
              <a:schemeClr val="accent5">
                <a:lumMod val="20000"/>
                <a:lumOff val="80000"/>
              </a:schemeClr>
            </a:solidFill>
            <a:ln w="12700">
              <a:solidFill>
                <a:srgbClr val="92CDDC"/>
              </a:solidFill>
              <a:miter lim="800000"/>
              <a:headEnd/>
              <a:tailEnd/>
            </a:ln>
            <a:effectLst>
              <a:outerShdw dist="28398" dir="3806097" algn="ctr" rotWithShape="0">
                <a:srgbClr val="205867">
                  <a:alpha val="50000"/>
                </a:srgbClr>
              </a:outerShdw>
            </a:effectLst>
          </p:spPr>
          <p:txBody>
            <a:bodyPr rot="0" vert="horz" wrap="square" lIns="91440" tIns="45720" rIns="91440" bIns="45720" anchor="ctr" anchorCtr="0" upright="1">
              <a:noAutofit/>
            </a:bodyPr>
            <a:lstStyle/>
            <a:p>
              <a:pPr algn="ctr">
                <a:lnSpc>
                  <a:spcPct val="115000"/>
                </a:lnSpc>
                <a:spcAft>
                  <a:spcPts val="1000"/>
                </a:spcAft>
              </a:pPr>
              <a:r>
                <a:rPr lang="en-US" sz="1200" dirty="0">
                  <a:effectLst/>
                  <a:latin typeface="Lexend Deca" pitchFamily="2" charset="0"/>
                  <a:ea typeface="Times New Roman" panose="02020603050405020304" pitchFamily="18" charset="0"/>
                  <a:cs typeface="Times New Roman" panose="02020603050405020304" pitchFamily="18" charset="0"/>
                </a:rPr>
                <a:t>Department Advisory Board Deliberates (DAB)</a:t>
              </a:r>
              <a:endParaRPr lang="en-IN" sz="1100" dirty="0">
                <a:effectLst/>
                <a:latin typeface="Lexend Deca" pitchFamily="2" charset="0"/>
                <a:ea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BC82272F-D5BF-7B43-FC20-A7B7EBCF5CE7}"/>
                </a:ext>
              </a:extLst>
            </p:cNvPr>
            <p:cNvSpPr>
              <a:spLocks noChangeArrowheads="1"/>
            </p:cNvSpPr>
            <p:nvPr/>
          </p:nvSpPr>
          <p:spPr bwMode="auto">
            <a:xfrm>
              <a:off x="1942478" y="2238061"/>
              <a:ext cx="1948180" cy="511886"/>
            </a:xfrm>
            <a:prstGeom prst="rect">
              <a:avLst/>
            </a:prstGeom>
            <a:solidFill>
              <a:schemeClr val="accent4">
                <a:lumMod val="20000"/>
                <a:lumOff val="80000"/>
              </a:schemeClr>
            </a:solidFill>
            <a:ln w="12700">
              <a:solidFill>
                <a:srgbClr val="92CDDC"/>
              </a:solidFill>
              <a:miter lim="800000"/>
              <a:headEnd/>
              <a:tailEnd/>
            </a:ln>
            <a:effectLst>
              <a:outerShdw dist="28398" dir="3806097" algn="ctr" rotWithShape="0">
                <a:srgbClr val="205867">
                  <a:alpha val="50000"/>
                </a:srgbClr>
              </a:outerShdw>
            </a:effectLst>
          </p:spPr>
          <p:txBody>
            <a:bodyPr rot="0" vert="horz" wrap="square" lIns="91440" tIns="45720" rIns="91440" bIns="45720" anchor="ctr" anchorCtr="0" upright="1">
              <a:noAutofit/>
            </a:bodyPr>
            <a:lstStyle/>
            <a:p>
              <a:pPr algn="ctr">
                <a:lnSpc>
                  <a:spcPct val="115000"/>
                </a:lnSpc>
                <a:spcAft>
                  <a:spcPts val="0"/>
                </a:spcAft>
              </a:pPr>
              <a:r>
                <a:rPr lang="en-US" sz="1200" dirty="0">
                  <a:effectLst/>
                  <a:latin typeface="Lexend Deca" pitchFamily="2" charset="0"/>
                  <a:ea typeface="Times New Roman" panose="02020603050405020304" pitchFamily="18" charset="0"/>
                  <a:cs typeface="Times New Roman" panose="02020603050405020304" pitchFamily="18" charset="0"/>
                </a:rPr>
                <a:t>Program Assessment Committee (PAC)</a:t>
              </a:r>
              <a:endParaRPr lang="en-IN" sz="1100" dirty="0">
                <a:effectLst/>
                <a:latin typeface="Lexend Deca" pitchFamily="2" charset="0"/>
                <a:ea typeface="Times New Roman" panose="02020603050405020304" pitchFamily="18" charset="0"/>
                <a:cs typeface="Times New Roman" panose="02020603050405020304" pitchFamily="18" charset="0"/>
              </a:endParaRPr>
            </a:p>
          </p:txBody>
        </p:sp>
        <p:cxnSp>
          <p:nvCxnSpPr>
            <p:cNvPr id="18" name="AutoShape 9">
              <a:extLst>
                <a:ext uri="{FF2B5EF4-FFF2-40B4-BE49-F238E27FC236}">
                  <a16:creationId xmlns:a16="http://schemas.microsoft.com/office/drawing/2014/main" id="{5157C2A9-EF14-6351-3044-80E887BCF686}"/>
                </a:ext>
              </a:extLst>
            </p:cNvPr>
            <p:cNvCxnSpPr>
              <a:cxnSpLocks noChangeShapeType="1"/>
            </p:cNvCxnSpPr>
            <p:nvPr/>
          </p:nvCxnSpPr>
          <p:spPr bwMode="auto">
            <a:xfrm>
              <a:off x="1614170" y="1355279"/>
              <a:ext cx="358775" cy="6351"/>
            </a:xfrm>
            <a:prstGeom prst="straightConnector1">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9" name="AutoShape 10">
              <a:extLst>
                <a:ext uri="{FF2B5EF4-FFF2-40B4-BE49-F238E27FC236}">
                  <a16:creationId xmlns:a16="http://schemas.microsoft.com/office/drawing/2014/main" id="{395CF11B-6453-EF1D-1231-23C2FAA7F9F5}"/>
                </a:ext>
              </a:extLst>
            </p:cNvPr>
            <p:cNvCxnSpPr>
              <a:cxnSpLocks noChangeShapeType="1"/>
            </p:cNvCxnSpPr>
            <p:nvPr/>
          </p:nvCxnSpPr>
          <p:spPr bwMode="auto">
            <a:xfrm>
              <a:off x="1614170" y="1178088"/>
              <a:ext cx="358775" cy="6351"/>
            </a:xfrm>
            <a:prstGeom prst="straightConnector1">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0" name="AutoShape 11">
              <a:extLst>
                <a:ext uri="{FF2B5EF4-FFF2-40B4-BE49-F238E27FC236}">
                  <a16:creationId xmlns:a16="http://schemas.microsoft.com/office/drawing/2014/main" id="{64E79573-601A-D31B-D99E-EB317D504D5B}"/>
                </a:ext>
              </a:extLst>
            </p:cNvPr>
            <p:cNvCxnSpPr>
              <a:cxnSpLocks noChangeShapeType="1"/>
            </p:cNvCxnSpPr>
            <p:nvPr/>
          </p:nvCxnSpPr>
          <p:spPr bwMode="auto">
            <a:xfrm>
              <a:off x="1614170" y="1539457"/>
              <a:ext cx="358775" cy="6351"/>
            </a:xfrm>
            <a:prstGeom prst="straightConnector1">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1" name="AutoShape 12">
              <a:extLst>
                <a:ext uri="{FF2B5EF4-FFF2-40B4-BE49-F238E27FC236}">
                  <a16:creationId xmlns:a16="http://schemas.microsoft.com/office/drawing/2014/main" id="{54AFB822-9EE3-287B-5395-5543787A1659}"/>
                </a:ext>
              </a:extLst>
            </p:cNvPr>
            <p:cNvCxnSpPr>
              <a:cxnSpLocks noChangeShapeType="1"/>
              <a:endCxn id="10" idx="3"/>
            </p:cNvCxnSpPr>
            <p:nvPr/>
          </p:nvCxnSpPr>
          <p:spPr bwMode="auto">
            <a:xfrm rot="10800000" flipV="1">
              <a:off x="3886200" y="1417419"/>
              <a:ext cx="599531" cy="4425"/>
            </a:xfrm>
            <a:prstGeom prst="straightConnector1">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2" name="AutoShape 13">
              <a:extLst>
                <a:ext uri="{FF2B5EF4-FFF2-40B4-BE49-F238E27FC236}">
                  <a16:creationId xmlns:a16="http://schemas.microsoft.com/office/drawing/2014/main" id="{4F38E6EC-AFAA-94D0-8A0B-CB257AEC0301}"/>
                </a:ext>
              </a:extLst>
            </p:cNvPr>
            <p:cNvCxnSpPr>
              <a:cxnSpLocks noChangeShapeType="1"/>
            </p:cNvCxnSpPr>
            <p:nvPr/>
          </p:nvCxnSpPr>
          <p:spPr bwMode="auto">
            <a:xfrm rot="10800000" flipV="1">
              <a:off x="3893276" y="1214289"/>
              <a:ext cx="571862" cy="25952"/>
            </a:xfrm>
            <a:prstGeom prst="straightConnector1">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 name="AutoShape 14">
              <a:extLst>
                <a:ext uri="{FF2B5EF4-FFF2-40B4-BE49-F238E27FC236}">
                  <a16:creationId xmlns:a16="http://schemas.microsoft.com/office/drawing/2014/main" id="{D24209CC-D876-CF74-5BFC-0C64D55F74DF}"/>
                </a:ext>
              </a:extLst>
            </p:cNvPr>
            <p:cNvCxnSpPr>
              <a:cxnSpLocks noChangeShapeType="1"/>
            </p:cNvCxnSpPr>
            <p:nvPr/>
          </p:nvCxnSpPr>
          <p:spPr bwMode="auto">
            <a:xfrm rot="10800000">
              <a:off x="3893276" y="1594597"/>
              <a:ext cx="571862" cy="53462"/>
            </a:xfrm>
            <a:prstGeom prst="straightConnector1">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4" name="AutoShape 16">
              <a:extLst>
                <a:ext uri="{FF2B5EF4-FFF2-40B4-BE49-F238E27FC236}">
                  <a16:creationId xmlns:a16="http://schemas.microsoft.com/office/drawing/2014/main" id="{0D9DCDD2-EDF5-E881-1171-4FCD87D198F8}"/>
                </a:ext>
              </a:extLst>
            </p:cNvPr>
            <p:cNvCxnSpPr>
              <a:cxnSpLocks noChangeShapeType="1"/>
              <a:stCxn id="17" idx="2"/>
              <a:endCxn id="12" idx="0"/>
            </p:cNvCxnSpPr>
            <p:nvPr/>
          </p:nvCxnSpPr>
          <p:spPr bwMode="auto">
            <a:xfrm>
              <a:off x="2916568" y="2749947"/>
              <a:ext cx="12218" cy="337363"/>
            </a:xfrm>
            <a:prstGeom prst="straightConnector1">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5" name="AutoShape 17">
              <a:extLst>
                <a:ext uri="{FF2B5EF4-FFF2-40B4-BE49-F238E27FC236}">
                  <a16:creationId xmlns:a16="http://schemas.microsoft.com/office/drawing/2014/main" id="{E9C6CFC5-4F35-AA47-A899-1231E3F134CE}"/>
                </a:ext>
              </a:extLst>
            </p:cNvPr>
            <p:cNvCxnSpPr>
              <a:cxnSpLocks noChangeShapeType="1"/>
            </p:cNvCxnSpPr>
            <p:nvPr/>
          </p:nvCxnSpPr>
          <p:spPr bwMode="auto">
            <a:xfrm>
              <a:off x="2212340" y="703672"/>
              <a:ext cx="5715" cy="380422"/>
            </a:xfrm>
            <a:prstGeom prst="straightConnector1">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6" name="AutoShape 18">
              <a:extLst>
                <a:ext uri="{FF2B5EF4-FFF2-40B4-BE49-F238E27FC236}">
                  <a16:creationId xmlns:a16="http://schemas.microsoft.com/office/drawing/2014/main" id="{EF8A94DC-CC50-FBB5-268F-3F436BB7DC7A}"/>
                </a:ext>
              </a:extLst>
            </p:cNvPr>
            <p:cNvCxnSpPr>
              <a:cxnSpLocks noChangeShapeType="1"/>
            </p:cNvCxnSpPr>
            <p:nvPr/>
          </p:nvCxnSpPr>
          <p:spPr bwMode="auto">
            <a:xfrm>
              <a:off x="3670935" y="703037"/>
              <a:ext cx="5715" cy="380422"/>
            </a:xfrm>
            <a:prstGeom prst="straightConnector1">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2" name="AutoShape 19">
              <a:extLst>
                <a:ext uri="{FF2B5EF4-FFF2-40B4-BE49-F238E27FC236}">
                  <a16:creationId xmlns:a16="http://schemas.microsoft.com/office/drawing/2014/main" id="{FB923F7D-4953-2D9A-55AF-FD16EE4896DD}"/>
                </a:ext>
              </a:extLst>
            </p:cNvPr>
            <p:cNvCxnSpPr>
              <a:cxnSpLocks noChangeShapeType="1"/>
            </p:cNvCxnSpPr>
            <p:nvPr/>
          </p:nvCxnSpPr>
          <p:spPr bwMode="auto">
            <a:xfrm flipH="1">
              <a:off x="1722120" y="3755937"/>
              <a:ext cx="1249680" cy="635"/>
            </a:xfrm>
            <a:prstGeom prst="straightConnector1">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3" name="AutoShape 20">
              <a:extLst>
                <a:ext uri="{FF2B5EF4-FFF2-40B4-BE49-F238E27FC236}">
                  <a16:creationId xmlns:a16="http://schemas.microsoft.com/office/drawing/2014/main" id="{81604A30-74C7-EF8C-4B19-0F4100CC8335}"/>
                </a:ext>
              </a:extLst>
            </p:cNvPr>
            <p:cNvCxnSpPr>
              <a:cxnSpLocks noChangeShapeType="1"/>
            </p:cNvCxnSpPr>
            <p:nvPr/>
          </p:nvCxnSpPr>
          <p:spPr bwMode="auto">
            <a:xfrm>
              <a:off x="1721485" y="1688069"/>
              <a:ext cx="635" cy="2068504"/>
            </a:xfrm>
            <a:prstGeom prst="straightConnector1">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4" name="AutoShape 21">
              <a:extLst>
                <a:ext uri="{FF2B5EF4-FFF2-40B4-BE49-F238E27FC236}">
                  <a16:creationId xmlns:a16="http://schemas.microsoft.com/office/drawing/2014/main" id="{C562A682-ADB8-C768-82CF-17D77888C2F2}"/>
                </a:ext>
              </a:extLst>
            </p:cNvPr>
            <p:cNvCxnSpPr>
              <a:cxnSpLocks noChangeShapeType="1"/>
            </p:cNvCxnSpPr>
            <p:nvPr/>
          </p:nvCxnSpPr>
          <p:spPr bwMode="auto">
            <a:xfrm>
              <a:off x="1722120" y="1688069"/>
              <a:ext cx="263525" cy="635"/>
            </a:xfrm>
            <a:prstGeom prst="straightConnector1">
              <a:avLst/>
            </a:prstGeom>
            <a:noFill/>
            <a:ln w="19050">
              <a:solidFill>
                <a:srgbClr val="000000"/>
              </a:solidFill>
              <a:prstDash val="dash"/>
              <a:round/>
              <a:headEnd/>
              <a:tailEnd type="triangle" w="med" len="med"/>
            </a:ln>
            <a:extLst>
              <a:ext uri="{909E8E84-426E-40DD-AFC4-6F175D3DCCD1}">
                <a14:hiddenFill xmlns:a14="http://schemas.microsoft.com/office/drawing/2010/main">
                  <a:noFill/>
                </a14:hiddenFill>
              </a:ext>
            </a:extLst>
          </p:spPr>
        </p:cxnSp>
        <p:sp>
          <p:nvSpPr>
            <p:cNvPr id="35" name="Rectangle 34">
              <a:extLst>
                <a:ext uri="{FF2B5EF4-FFF2-40B4-BE49-F238E27FC236}">
                  <a16:creationId xmlns:a16="http://schemas.microsoft.com/office/drawing/2014/main" id="{7F8A7701-FB14-7D8C-FD57-AF9D967B6695}"/>
                </a:ext>
              </a:extLst>
            </p:cNvPr>
            <p:cNvSpPr>
              <a:spLocks noChangeArrowheads="1"/>
            </p:cNvSpPr>
            <p:nvPr/>
          </p:nvSpPr>
          <p:spPr bwMode="auto">
            <a:xfrm>
              <a:off x="2962275" y="2777545"/>
              <a:ext cx="3303135" cy="222347"/>
            </a:xfrm>
            <a:prstGeom prst="rect">
              <a:avLst/>
            </a:prstGeom>
            <a:solidFill>
              <a:srgbClr val="FFFFFF"/>
            </a:solidFill>
            <a:ln w="9525">
              <a:solidFill>
                <a:srgbClr val="FFFFFF"/>
              </a:solidFill>
              <a:miter lim="800000"/>
              <a:headEnd/>
              <a:tailEnd/>
            </a:ln>
          </p:spPr>
          <p:txBody>
            <a:bodyPr rot="0" vert="horz" wrap="square" lIns="91440" tIns="45720" rIns="91440" bIns="45720" anchor="t" anchorCtr="0" upright="1">
              <a:noAutofit/>
            </a:bodyPr>
            <a:lstStyle/>
            <a:p>
              <a:r>
                <a:rPr lang="en-US" sz="1200" dirty="0">
                  <a:effectLst/>
                  <a:latin typeface="Lexend Deca" pitchFamily="2" charset="0"/>
                  <a:ea typeface="Times New Roman" panose="02020603050405020304" pitchFamily="18" charset="0"/>
                  <a:cs typeface="Times New Roman" panose="02020603050405020304" pitchFamily="18" charset="0"/>
                </a:rPr>
                <a:t>Suggestions &amp; Improvements</a:t>
              </a:r>
              <a:endParaRPr lang="en-IN" sz="1100" dirty="0">
                <a:effectLst/>
                <a:latin typeface="Lexend Deca" pitchFamily="2" charset="0"/>
                <a:ea typeface="Times New Roman" panose="02020603050405020304" pitchFamily="18" charset="0"/>
                <a:cs typeface="Times New Roman" panose="02020603050405020304" pitchFamily="18" charset="0"/>
              </a:endParaRPr>
            </a:p>
          </p:txBody>
        </p:sp>
        <p:sp>
          <p:nvSpPr>
            <p:cNvPr id="36" name="Rectangle 35">
              <a:extLst>
                <a:ext uri="{FF2B5EF4-FFF2-40B4-BE49-F238E27FC236}">
                  <a16:creationId xmlns:a16="http://schemas.microsoft.com/office/drawing/2014/main" id="{B23F5916-5147-CF98-48EC-E46A69461FA4}"/>
                </a:ext>
              </a:extLst>
            </p:cNvPr>
            <p:cNvSpPr>
              <a:spLocks noChangeArrowheads="1"/>
            </p:cNvSpPr>
            <p:nvPr/>
          </p:nvSpPr>
          <p:spPr bwMode="auto">
            <a:xfrm>
              <a:off x="2942671" y="1891459"/>
              <a:ext cx="1685420" cy="313342"/>
            </a:xfrm>
            <a:prstGeom prst="rect">
              <a:avLst/>
            </a:prstGeom>
            <a:solidFill>
              <a:srgbClr val="FFFFFF"/>
            </a:solidFill>
            <a:ln w="9525">
              <a:solidFill>
                <a:srgbClr val="FFFFFF"/>
              </a:solidFill>
              <a:miter lim="800000"/>
              <a:headEnd/>
              <a:tailEnd/>
            </a:ln>
          </p:spPr>
          <p:txBody>
            <a:bodyPr rot="0" vert="horz" wrap="square" lIns="91440" tIns="45720" rIns="91440" bIns="45720" anchor="t" anchorCtr="0" upright="1">
              <a:noAutofit/>
            </a:bodyPr>
            <a:lstStyle/>
            <a:p>
              <a:r>
                <a:rPr lang="en-US" sz="1200" dirty="0">
                  <a:effectLst/>
                  <a:latin typeface="Lexend Deca" pitchFamily="2" charset="0"/>
                  <a:ea typeface="Times New Roman" panose="02020603050405020304" pitchFamily="18" charset="0"/>
                  <a:cs typeface="Times New Roman" panose="02020603050405020304" pitchFamily="18" charset="0"/>
                </a:rPr>
                <a:t>Initial Draft of PEOs</a:t>
              </a:r>
              <a:endParaRPr lang="en-IN" sz="1100" dirty="0">
                <a:effectLst/>
                <a:latin typeface="Lexend Deca" pitchFamily="2" charset="0"/>
                <a:ea typeface="Times New Roman" panose="02020603050405020304" pitchFamily="18" charset="0"/>
                <a:cs typeface="Times New Roman" panose="02020603050405020304" pitchFamily="18" charset="0"/>
              </a:endParaRPr>
            </a:p>
          </p:txBody>
        </p:sp>
        <p:cxnSp>
          <p:nvCxnSpPr>
            <p:cNvPr id="37" name="AutoShape 25">
              <a:extLst>
                <a:ext uri="{FF2B5EF4-FFF2-40B4-BE49-F238E27FC236}">
                  <a16:creationId xmlns:a16="http://schemas.microsoft.com/office/drawing/2014/main" id="{37675FE6-0DBB-335C-1770-D3D67ED837E3}"/>
                </a:ext>
              </a:extLst>
            </p:cNvPr>
            <p:cNvCxnSpPr>
              <a:cxnSpLocks noChangeShapeType="1"/>
            </p:cNvCxnSpPr>
            <p:nvPr/>
          </p:nvCxnSpPr>
          <p:spPr bwMode="auto">
            <a:xfrm>
              <a:off x="2965450" y="3605420"/>
              <a:ext cx="6350" cy="381057"/>
            </a:xfrm>
            <a:prstGeom prst="straightConnector1">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8" name="Oval 37">
              <a:extLst>
                <a:ext uri="{FF2B5EF4-FFF2-40B4-BE49-F238E27FC236}">
                  <a16:creationId xmlns:a16="http://schemas.microsoft.com/office/drawing/2014/main" id="{78344482-452D-24E3-3086-67D1B4CDDD66}"/>
                </a:ext>
              </a:extLst>
            </p:cNvPr>
            <p:cNvSpPr>
              <a:spLocks noChangeArrowheads="1"/>
            </p:cNvSpPr>
            <p:nvPr/>
          </p:nvSpPr>
          <p:spPr bwMode="auto">
            <a:xfrm>
              <a:off x="2480920" y="5477736"/>
              <a:ext cx="937417" cy="480250"/>
            </a:xfrm>
            <a:prstGeom prst="ellipse">
              <a:avLst/>
            </a:prstGeom>
            <a:solidFill>
              <a:schemeClr val="accent5">
                <a:lumMod val="20000"/>
                <a:lumOff val="80000"/>
              </a:schemeClr>
            </a:solidFill>
            <a:ln w="12700">
              <a:solidFill>
                <a:srgbClr val="005BB1"/>
              </a:solidFill>
              <a:round/>
              <a:headEnd/>
              <a:tailEnd/>
            </a:ln>
            <a:effectLst>
              <a:outerShdw dist="28398" dir="3806097" algn="ctr" rotWithShape="0">
                <a:srgbClr val="622423">
                  <a:alpha val="50000"/>
                </a:srgbClr>
              </a:outerShdw>
            </a:effectLst>
          </p:spPr>
          <p:txBody>
            <a:bodyPr rot="0" vert="horz" wrap="square" lIns="91440" tIns="45720" rIns="91440" bIns="45720" anchor="t" anchorCtr="0" upright="1">
              <a:noAutofit/>
            </a:bodyPr>
            <a:lstStyle/>
            <a:p>
              <a:pPr algn="ctr">
                <a:lnSpc>
                  <a:spcPct val="115000"/>
                </a:lnSpc>
                <a:spcAft>
                  <a:spcPts val="1000"/>
                </a:spcAft>
              </a:pPr>
              <a:r>
                <a:rPr lang="en-US" sz="1200" b="1" dirty="0">
                  <a:effectLst/>
                  <a:latin typeface="Lexend Deca" pitchFamily="2" charset="0"/>
                  <a:ea typeface="Times New Roman" panose="02020603050405020304" pitchFamily="18" charset="0"/>
                  <a:cs typeface="Times New Roman" panose="02020603050405020304" pitchFamily="18" charset="0"/>
                </a:rPr>
                <a:t>PEOs</a:t>
              </a:r>
              <a:endParaRPr lang="en-IN" sz="1100" dirty="0">
                <a:effectLst/>
                <a:latin typeface="Lexend Deca" pitchFamily="2" charset="0"/>
                <a:ea typeface="Times New Roman" panose="02020603050405020304" pitchFamily="18" charset="0"/>
                <a:cs typeface="Times New Roman" panose="02020603050405020304" pitchFamily="18" charset="0"/>
              </a:endParaRPr>
            </a:p>
            <a:p>
              <a:pPr>
                <a:lnSpc>
                  <a:spcPct val="115000"/>
                </a:lnSpc>
                <a:spcAft>
                  <a:spcPts val="1000"/>
                </a:spcAft>
              </a:pPr>
              <a:r>
                <a:rPr lang="en-US" sz="1200" dirty="0">
                  <a:effectLst/>
                  <a:latin typeface="Lexend Deca" pitchFamily="2" charset="0"/>
                  <a:ea typeface="Times New Roman" panose="02020603050405020304" pitchFamily="18" charset="0"/>
                  <a:cs typeface="Times New Roman" panose="02020603050405020304" pitchFamily="18" charset="0"/>
                </a:rPr>
                <a:t> </a:t>
              </a:r>
              <a:endParaRPr lang="en-IN" sz="1100" dirty="0">
                <a:effectLst/>
                <a:latin typeface="Lexend Deca" pitchFamily="2" charset="0"/>
                <a:ea typeface="Times New Roman" panose="02020603050405020304" pitchFamily="18" charset="0"/>
                <a:cs typeface="Times New Roman" panose="02020603050405020304" pitchFamily="18" charset="0"/>
              </a:endParaRPr>
            </a:p>
          </p:txBody>
        </p:sp>
        <p:sp>
          <p:nvSpPr>
            <p:cNvPr id="39" name="Rectangle 38">
              <a:extLst>
                <a:ext uri="{FF2B5EF4-FFF2-40B4-BE49-F238E27FC236}">
                  <a16:creationId xmlns:a16="http://schemas.microsoft.com/office/drawing/2014/main" id="{24E10745-4C9D-DE80-7F1A-E0FD90D80BF5}"/>
                </a:ext>
              </a:extLst>
            </p:cNvPr>
            <p:cNvSpPr>
              <a:spLocks noChangeArrowheads="1"/>
            </p:cNvSpPr>
            <p:nvPr/>
          </p:nvSpPr>
          <p:spPr bwMode="auto">
            <a:xfrm>
              <a:off x="928371" y="243460"/>
              <a:ext cx="1960245" cy="518006"/>
            </a:xfrm>
            <a:prstGeom prst="rect">
              <a:avLst/>
            </a:prstGeom>
            <a:solidFill>
              <a:schemeClr val="accent5">
                <a:lumMod val="20000"/>
                <a:lumOff val="80000"/>
              </a:schemeClr>
            </a:solidFill>
            <a:ln w="12700">
              <a:solidFill>
                <a:srgbClr val="92CDDC"/>
              </a:solidFill>
              <a:miter lim="800000"/>
              <a:headEnd/>
              <a:tailEnd/>
            </a:ln>
            <a:effectLst>
              <a:outerShdw dist="28398" dir="3806097" algn="ctr" rotWithShape="0">
                <a:srgbClr val="205867">
                  <a:alpha val="50000"/>
                </a:srgbClr>
              </a:outerShdw>
            </a:effectLst>
          </p:spPr>
          <p:txBody>
            <a:bodyPr rot="0" vert="horz" wrap="square" lIns="91440" tIns="45720" rIns="91440" bIns="45720" anchor="ctr" anchorCtr="0" upright="1">
              <a:noAutofit/>
            </a:bodyPr>
            <a:lstStyle/>
            <a:p>
              <a:pPr algn="ctr">
                <a:lnSpc>
                  <a:spcPct val="115000"/>
                </a:lnSpc>
                <a:spcAft>
                  <a:spcPts val="0"/>
                </a:spcAft>
              </a:pPr>
              <a:r>
                <a:rPr lang="en-US" sz="1100" dirty="0">
                  <a:solidFill>
                    <a:srgbClr val="000000"/>
                  </a:solidFill>
                  <a:effectLst/>
                  <a:latin typeface="Lexend Deca" pitchFamily="2" charset="0"/>
                  <a:ea typeface="Times New Roman" panose="02020603050405020304" pitchFamily="18" charset="0"/>
                  <a:cs typeface="Times New Roman" panose="02020603050405020304" pitchFamily="18" charset="0"/>
                </a:rPr>
                <a:t> </a:t>
              </a:r>
              <a:r>
                <a:rPr lang="en-US" sz="1200" dirty="0">
                  <a:solidFill>
                    <a:srgbClr val="000000"/>
                  </a:solidFill>
                  <a:effectLst/>
                  <a:latin typeface="Lexend Deca" pitchFamily="2" charset="0"/>
                  <a:ea typeface="Times New Roman" panose="02020603050405020304" pitchFamily="18" charset="0"/>
                  <a:cs typeface="Times New Roman" panose="02020603050405020304" pitchFamily="18" charset="0"/>
                </a:rPr>
                <a:t>Vision and Mission of the Institute </a:t>
              </a:r>
              <a:endParaRPr lang="en-IN" sz="1100" dirty="0">
                <a:effectLst/>
                <a:latin typeface="Lexend Deca" pitchFamily="2" charset="0"/>
                <a:ea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29B51320-AD8F-C939-D8A3-86B8358CE476}"/>
                </a:ext>
              </a:extLst>
            </p:cNvPr>
            <p:cNvSpPr>
              <a:spLocks noChangeArrowheads="1"/>
            </p:cNvSpPr>
            <p:nvPr/>
          </p:nvSpPr>
          <p:spPr bwMode="auto">
            <a:xfrm>
              <a:off x="2978785" y="219070"/>
              <a:ext cx="1960245" cy="543031"/>
            </a:xfrm>
            <a:prstGeom prst="rect">
              <a:avLst/>
            </a:prstGeom>
            <a:solidFill>
              <a:schemeClr val="accent5">
                <a:lumMod val="20000"/>
                <a:lumOff val="80000"/>
              </a:schemeClr>
            </a:solidFill>
            <a:ln w="12700">
              <a:solidFill>
                <a:srgbClr val="92CDDC"/>
              </a:solidFill>
              <a:miter lim="800000"/>
              <a:headEnd/>
              <a:tailEnd/>
            </a:ln>
            <a:effectLst>
              <a:outerShdw dist="28398" dir="3806097" algn="ctr" rotWithShape="0">
                <a:srgbClr val="205867">
                  <a:alpha val="50000"/>
                </a:srgbClr>
              </a:outerShdw>
            </a:effectLst>
          </p:spPr>
          <p:txBody>
            <a:bodyPr rot="0" vert="horz" wrap="square" lIns="91440" tIns="45720" rIns="91440" bIns="45720" anchor="ctr" anchorCtr="0" upright="1">
              <a:noAutofit/>
            </a:bodyPr>
            <a:lstStyle/>
            <a:p>
              <a:pPr algn="ctr">
                <a:lnSpc>
                  <a:spcPct val="115000"/>
                </a:lnSpc>
                <a:spcAft>
                  <a:spcPts val="0"/>
                </a:spcAft>
              </a:pPr>
              <a:r>
                <a:rPr lang="en-US" sz="1200" dirty="0">
                  <a:effectLst/>
                  <a:latin typeface="Lexend Deca" pitchFamily="2" charset="0"/>
                  <a:ea typeface="Times New Roman" panose="02020603050405020304" pitchFamily="18" charset="0"/>
                  <a:cs typeface="Times New Roman" panose="02020603050405020304" pitchFamily="18" charset="0"/>
                </a:rPr>
                <a:t> </a:t>
              </a:r>
              <a:r>
                <a:rPr lang="en-US" sz="1200" dirty="0">
                  <a:solidFill>
                    <a:srgbClr val="000000"/>
                  </a:solidFill>
                  <a:effectLst/>
                  <a:latin typeface="Lexend Deca" pitchFamily="2" charset="0"/>
                  <a:ea typeface="Times New Roman" panose="02020603050405020304" pitchFamily="18" charset="0"/>
                  <a:cs typeface="Times New Roman" panose="02020603050405020304" pitchFamily="18" charset="0"/>
                </a:rPr>
                <a:t>Vision and Mission of the Department</a:t>
              </a:r>
              <a:endParaRPr lang="en-IN" sz="1100" dirty="0">
                <a:effectLst/>
                <a:latin typeface="Lexend Deca" pitchFamily="2" charset="0"/>
                <a:ea typeface="Times New Roman" panose="02020603050405020304" pitchFamily="18" charset="0"/>
                <a:cs typeface="Times New Roman" panose="02020603050405020304" pitchFamily="18" charset="0"/>
              </a:endParaRPr>
            </a:p>
          </p:txBody>
        </p:sp>
        <p:sp>
          <p:nvSpPr>
            <p:cNvPr id="41" name="Rectangle 40">
              <a:extLst>
                <a:ext uri="{FF2B5EF4-FFF2-40B4-BE49-F238E27FC236}">
                  <a16:creationId xmlns:a16="http://schemas.microsoft.com/office/drawing/2014/main" id="{15A2A17D-68E3-E8BC-967A-FC19F8980BFD}"/>
                </a:ext>
              </a:extLst>
            </p:cNvPr>
            <p:cNvSpPr>
              <a:spLocks noChangeArrowheads="1"/>
            </p:cNvSpPr>
            <p:nvPr/>
          </p:nvSpPr>
          <p:spPr bwMode="auto">
            <a:xfrm>
              <a:off x="1954527" y="3986477"/>
              <a:ext cx="1936115" cy="471223"/>
            </a:xfrm>
            <a:prstGeom prst="rect">
              <a:avLst/>
            </a:prstGeom>
            <a:solidFill>
              <a:schemeClr val="accent4">
                <a:lumMod val="20000"/>
                <a:lumOff val="80000"/>
              </a:schemeClr>
            </a:solidFill>
            <a:ln w="12700">
              <a:solidFill>
                <a:srgbClr val="92CDDC"/>
              </a:solidFill>
              <a:miter lim="800000"/>
              <a:headEnd/>
              <a:tailEnd/>
            </a:ln>
            <a:effectLst>
              <a:outerShdw dist="28398" dir="3806097" algn="ctr" rotWithShape="0">
                <a:srgbClr val="205867">
                  <a:alpha val="50000"/>
                </a:srgbClr>
              </a:outerShdw>
            </a:effectLst>
          </p:spPr>
          <p:txBody>
            <a:bodyPr rot="0" vert="horz" wrap="square" lIns="91440" tIns="45720" rIns="91440" bIns="45720" anchor="ctr" anchorCtr="0" upright="1">
              <a:noAutofit/>
            </a:bodyPr>
            <a:lstStyle/>
            <a:p>
              <a:pPr algn="ctr">
                <a:spcAft>
                  <a:spcPts val="0"/>
                </a:spcAft>
              </a:pPr>
              <a:r>
                <a:rPr lang="en-US" sz="1200">
                  <a:effectLst/>
                  <a:latin typeface="Lexend Deca" pitchFamily="2" charset="0"/>
                  <a:ea typeface="Times New Roman" panose="02020603050405020304" pitchFamily="18" charset="0"/>
                </a:rPr>
                <a:t>Board of Studies</a:t>
              </a:r>
              <a:endParaRPr lang="en-IN" sz="1200">
                <a:effectLst/>
                <a:latin typeface="Lexend Deca" pitchFamily="2" charset="0"/>
                <a:ea typeface="Times New Roman" panose="02020603050405020304" pitchFamily="18" charset="0"/>
              </a:endParaRPr>
            </a:p>
          </p:txBody>
        </p:sp>
        <p:sp>
          <p:nvSpPr>
            <p:cNvPr id="42" name="Rectangle 41">
              <a:extLst>
                <a:ext uri="{FF2B5EF4-FFF2-40B4-BE49-F238E27FC236}">
                  <a16:creationId xmlns:a16="http://schemas.microsoft.com/office/drawing/2014/main" id="{B18BE81F-045D-5B87-EF6B-80C107248502}"/>
                </a:ext>
              </a:extLst>
            </p:cNvPr>
            <p:cNvSpPr>
              <a:spLocks noChangeArrowheads="1"/>
            </p:cNvSpPr>
            <p:nvPr/>
          </p:nvSpPr>
          <p:spPr bwMode="auto">
            <a:xfrm>
              <a:off x="1960728" y="4757631"/>
              <a:ext cx="1936115" cy="471170"/>
            </a:xfrm>
            <a:prstGeom prst="rect">
              <a:avLst/>
            </a:prstGeom>
            <a:solidFill>
              <a:schemeClr val="accent4">
                <a:lumMod val="20000"/>
                <a:lumOff val="80000"/>
              </a:schemeClr>
            </a:solidFill>
            <a:ln w="12700">
              <a:solidFill>
                <a:srgbClr val="92CDDC"/>
              </a:solidFill>
              <a:miter lim="800000"/>
              <a:headEnd/>
              <a:tailEnd/>
            </a:ln>
            <a:effectLst>
              <a:outerShdw dist="28398" dir="3806097" algn="ctr" rotWithShape="0">
                <a:srgbClr val="205867">
                  <a:alpha val="50000"/>
                </a:srgbClr>
              </a:outerShdw>
            </a:effectLst>
          </p:spPr>
          <p:txBody>
            <a:bodyPr rot="0" vert="horz" wrap="square" lIns="91440" tIns="45720" rIns="91440" bIns="45720" anchor="ctr" anchorCtr="0" upright="1">
              <a:noAutofit/>
            </a:bodyPr>
            <a:lstStyle/>
            <a:p>
              <a:pPr algn="ctr">
                <a:spcAft>
                  <a:spcPts val="0"/>
                </a:spcAft>
              </a:pPr>
              <a:r>
                <a:rPr lang="en-US" sz="1200">
                  <a:effectLst/>
                  <a:latin typeface="Lexend Deca" pitchFamily="2" charset="0"/>
                  <a:ea typeface="Times New Roman" panose="02020603050405020304" pitchFamily="18" charset="0"/>
                </a:rPr>
                <a:t>Academic Council</a:t>
              </a:r>
              <a:endParaRPr lang="en-IN" sz="1200">
                <a:effectLst/>
                <a:latin typeface="Lexend Deca" pitchFamily="2" charset="0"/>
                <a:ea typeface="Times New Roman" panose="02020603050405020304" pitchFamily="18" charset="0"/>
              </a:endParaRPr>
            </a:p>
          </p:txBody>
        </p:sp>
        <p:cxnSp>
          <p:nvCxnSpPr>
            <p:cNvPr id="43" name="AutoShape 25">
              <a:extLst>
                <a:ext uri="{FF2B5EF4-FFF2-40B4-BE49-F238E27FC236}">
                  <a16:creationId xmlns:a16="http://schemas.microsoft.com/office/drawing/2014/main" id="{D58F7666-3BCA-06E0-8670-E81347623FD3}"/>
                </a:ext>
              </a:extLst>
            </p:cNvPr>
            <p:cNvCxnSpPr>
              <a:cxnSpLocks noChangeShapeType="1"/>
            </p:cNvCxnSpPr>
            <p:nvPr/>
          </p:nvCxnSpPr>
          <p:spPr bwMode="auto">
            <a:xfrm>
              <a:off x="2959100" y="4466289"/>
              <a:ext cx="0" cy="295291"/>
            </a:xfrm>
            <a:prstGeom prst="straightConnector1">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4" name="AutoShape 25">
              <a:extLst>
                <a:ext uri="{FF2B5EF4-FFF2-40B4-BE49-F238E27FC236}">
                  <a16:creationId xmlns:a16="http://schemas.microsoft.com/office/drawing/2014/main" id="{90BF981F-6E4F-8A5B-F473-3E45B40D648B}"/>
                </a:ext>
              </a:extLst>
            </p:cNvPr>
            <p:cNvCxnSpPr>
              <a:cxnSpLocks noChangeShapeType="1"/>
            </p:cNvCxnSpPr>
            <p:nvPr/>
          </p:nvCxnSpPr>
          <p:spPr bwMode="auto">
            <a:xfrm>
              <a:off x="2959099" y="5248507"/>
              <a:ext cx="0" cy="229229"/>
            </a:xfrm>
            <a:prstGeom prst="straightConnector1">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5" name="AutoShape 16">
              <a:extLst>
                <a:ext uri="{FF2B5EF4-FFF2-40B4-BE49-F238E27FC236}">
                  <a16:creationId xmlns:a16="http://schemas.microsoft.com/office/drawing/2014/main" id="{54A6FB25-3009-B4FB-AC67-3D071CB81B77}"/>
                </a:ext>
              </a:extLst>
            </p:cNvPr>
            <p:cNvCxnSpPr>
              <a:cxnSpLocks noChangeShapeType="1"/>
            </p:cNvCxnSpPr>
            <p:nvPr/>
          </p:nvCxnSpPr>
          <p:spPr bwMode="auto">
            <a:xfrm>
              <a:off x="2949629" y="1770936"/>
              <a:ext cx="0" cy="454281"/>
            </a:xfrm>
            <a:prstGeom prst="straightConnector1">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6" name="Rectangle 45">
              <a:extLst>
                <a:ext uri="{FF2B5EF4-FFF2-40B4-BE49-F238E27FC236}">
                  <a16:creationId xmlns:a16="http://schemas.microsoft.com/office/drawing/2014/main" id="{9F33E67B-77F4-CED5-027D-AF0477F21EEE}"/>
                </a:ext>
              </a:extLst>
            </p:cNvPr>
            <p:cNvSpPr>
              <a:spLocks noChangeArrowheads="1"/>
            </p:cNvSpPr>
            <p:nvPr/>
          </p:nvSpPr>
          <p:spPr bwMode="auto">
            <a:xfrm>
              <a:off x="4447975" y="952987"/>
              <a:ext cx="2019581" cy="1314035"/>
            </a:xfrm>
            <a:prstGeom prst="rect">
              <a:avLst/>
            </a:prstGeom>
            <a:solidFill>
              <a:schemeClr val="bg1">
                <a:lumMod val="95000"/>
              </a:schemeClr>
            </a:solidFill>
            <a:ln w="12700">
              <a:solidFill>
                <a:srgbClr val="005BB1"/>
              </a:solidFill>
              <a:miter lim="800000"/>
              <a:headEnd/>
              <a:tailEnd/>
            </a:ln>
            <a:effectLst>
              <a:outerShdw dist="28398" dir="3806097" algn="ctr" rotWithShape="0">
                <a:srgbClr val="974706">
                  <a:alpha val="50000"/>
                </a:srgbClr>
              </a:outerShdw>
            </a:effectLst>
          </p:spPr>
          <p:txBody>
            <a:bodyPr rot="0" vert="horz" wrap="square" lIns="91440" tIns="45720" rIns="91440" bIns="45720" anchor="t" anchorCtr="0" upright="1">
              <a:noAutofit/>
            </a:bodyPr>
            <a:lstStyle/>
            <a:p>
              <a:pPr>
                <a:lnSpc>
                  <a:spcPct val="115000"/>
                </a:lnSpc>
                <a:spcAft>
                  <a:spcPts val="0"/>
                </a:spcAft>
              </a:pPr>
              <a:r>
                <a:rPr lang="en-US" sz="1200" dirty="0">
                  <a:effectLst/>
                  <a:latin typeface="Lexend Deca" pitchFamily="2" charset="0"/>
                  <a:ea typeface="Times New Roman" panose="02020603050405020304" pitchFamily="18" charset="0"/>
                  <a:cs typeface="Times New Roman" panose="02020603050405020304" pitchFamily="18" charset="0"/>
                </a:rPr>
                <a:t>Views from</a:t>
              </a:r>
              <a:endParaRPr lang="en-IN" sz="1100" dirty="0">
                <a:effectLst/>
                <a:latin typeface="Lexend Deca" pitchFamily="2" charset="0"/>
                <a:ea typeface="Times New Roman" panose="02020603050405020304" pitchFamily="18" charset="0"/>
                <a:cs typeface="Times New Roman" panose="02020603050405020304" pitchFamily="18" charset="0"/>
              </a:endParaRPr>
            </a:p>
            <a:p>
              <a:pPr marL="109538" indent="-19050">
                <a:lnSpc>
                  <a:spcPct val="115000"/>
                </a:lnSpc>
                <a:spcAft>
                  <a:spcPts val="0"/>
                </a:spcAft>
                <a:buFont typeface="Arial" pitchFamily="34" charset="0"/>
                <a:buChar char="•"/>
              </a:pPr>
              <a:r>
                <a:rPr lang="en-US" sz="1200" dirty="0">
                  <a:effectLst/>
                  <a:latin typeface="Lexend Deca" pitchFamily="2" charset="0"/>
                  <a:ea typeface="Times New Roman" panose="02020603050405020304" pitchFamily="18" charset="0"/>
                  <a:cs typeface="Times New Roman" panose="02020603050405020304" pitchFamily="18" charset="0"/>
                </a:rPr>
                <a:t> Employer</a:t>
              </a:r>
              <a:endParaRPr lang="en-IN" sz="1100" dirty="0">
                <a:effectLst/>
                <a:latin typeface="Lexend Deca" pitchFamily="2" charset="0"/>
                <a:ea typeface="Times New Roman" panose="02020603050405020304" pitchFamily="18" charset="0"/>
                <a:cs typeface="Times New Roman" panose="02020603050405020304" pitchFamily="18" charset="0"/>
              </a:endParaRPr>
            </a:p>
            <a:p>
              <a:pPr marL="109538" indent="-19050">
                <a:lnSpc>
                  <a:spcPct val="115000"/>
                </a:lnSpc>
                <a:spcAft>
                  <a:spcPts val="0"/>
                </a:spcAft>
                <a:buFont typeface="Arial" pitchFamily="34" charset="0"/>
                <a:buChar char="•"/>
              </a:pPr>
              <a:r>
                <a:rPr lang="en-US" sz="1200" dirty="0">
                  <a:effectLst/>
                  <a:latin typeface="Lexend Deca" pitchFamily="2" charset="0"/>
                  <a:ea typeface="Times New Roman" panose="02020603050405020304" pitchFamily="18" charset="0"/>
                  <a:cs typeface="Times New Roman" panose="02020603050405020304" pitchFamily="18" charset="0"/>
                </a:rPr>
                <a:t> Members of BoS</a:t>
              </a:r>
              <a:endParaRPr lang="en-IN" sz="1100" dirty="0">
                <a:effectLst/>
                <a:latin typeface="Lexend Deca" pitchFamily="2" charset="0"/>
                <a:ea typeface="Times New Roman" panose="02020603050405020304" pitchFamily="18" charset="0"/>
                <a:cs typeface="Times New Roman" panose="02020603050405020304" pitchFamily="18" charset="0"/>
              </a:endParaRPr>
            </a:p>
            <a:p>
              <a:pPr marL="95250" indent="-4763">
                <a:lnSpc>
                  <a:spcPct val="115000"/>
                </a:lnSpc>
                <a:spcAft>
                  <a:spcPts val="0"/>
                </a:spcAft>
                <a:buFont typeface="Arial" pitchFamily="34" charset="0"/>
                <a:buChar char="•"/>
              </a:pPr>
              <a:r>
                <a:rPr lang="en-US" sz="1200" dirty="0">
                  <a:effectLst/>
                  <a:latin typeface="Lexend Deca" pitchFamily="2" charset="0"/>
                  <a:ea typeface="Times New Roman" panose="02020603050405020304" pitchFamily="18" charset="0"/>
                  <a:cs typeface="Times New Roman" panose="02020603050405020304" pitchFamily="18" charset="0"/>
                </a:rPr>
                <a:t> Members of   </a:t>
              </a:r>
            </a:p>
            <a:p>
              <a:pPr marL="90487">
                <a:lnSpc>
                  <a:spcPct val="115000"/>
                </a:lnSpc>
                <a:spcAft>
                  <a:spcPts val="0"/>
                </a:spcAft>
              </a:pPr>
              <a:r>
                <a:rPr lang="en-US" sz="1200" dirty="0">
                  <a:latin typeface="Lexend Deca" pitchFamily="2" charset="0"/>
                  <a:ea typeface="Times New Roman" panose="02020603050405020304" pitchFamily="18" charset="0"/>
                  <a:cs typeface="Times New Roman" panose="02020603050405020304" pitchFamily="18" charset="0"/>
                </a:rPr>
                <a:t>  </a:t>
              </a:r>
              <a:r>
                <a:rPr lang="en-US" sz="1200" dirty="0">
                  <a:effectLst/>
                  <a:latin typeface="Lexend Deca" pitchFamily="2" charset="0"/>
                  <a:ea typeface="Times New Roman" panose="02020603050405020304" pitchFamily="18" charset="0"/>
                  <a:cs typeface="Times New Roman" panose="02020603050405020304" pitchFamily="18" charset="0"/>
                </a:rPr>
                <a:t>Professional bodies</a:t>
              </a:r>
              <a:endParaRPr lang="en-IN" sz="1100" dirty="0">
                <a:effectLst/>
                <a:latin typeface="Lexend Deca" pitchFamily="2" charset="0"/>
                <a:ea typeface="Times New Roman" panose="02020603050405020304" pitchFamily="18" charset="0"/>
                <a:cs typeface="Times New Roman" panose="02020603050405020304" pitchFamily="18" charset="0"/>
              </a:endParaRPr>
            </a:p>
          </p:txBody>
        </p:sp>
      </p:grpSp>
      <p:sp>
        <p:nvSpPr>
          <p:cNvPr id="47" name="TextBox 46">
            <a:extLst>
              <a:ext uri="{FF2B5EF4-FFF2-40B4-BE49-F238E27FC236}">
                <a16:creationId xmlns:a16="http://schemas.microsoft.com/office/drawing/2014/main" id="{ECCF1F53-0879-DB95-E37F-D61E488B0F33}"/>
              </a:ext>
            </a:extLst>
          </p:cNvPr>
          <p:cNvSpPr txBox="1"/>
          <p:nvPr userDrawn="1"/>
        </p:nvSpPr>
        <p:spPr>
          <a:xfrm>
            <a:off x="9686559" y="4290846"/>
            <a:ext cx="2360936" cy="2251899"/>
          </a:xfrm>
          <a:prstGeom prst="rect">
            <a:avLst/>
          </a:prstGeom>
          <a:noFill/>
        </p:spPr>
        <p:txBody>
          <a:bodyPr wrap="square" rtlCol="0">
            <a:spAutoFit/>
          </a:bodyPr>
          <a:lstStyle/>
          <a:p>
            <a:pPr marL="179388" indent="-179388">
              <a:spcBef>
                <a:spcPts val="400"/>
              </a:spcBef>
              <a:buFont typeface="Arial" panose="020B0604020202020204" pitchFamily="34" charset="0"/>
              <a:buChar char="•"/>
            </a:pPr>
            <a:r>
              <a:rPr lang="en-US" sz="1300" dirty="0">
                <a:solidFill>
                  <a:srgbClr val="0070C0"/>
                </a:solidFill>
                <a:latin typeface="Lexend Deca" pitchFamily="2" charset="0"/>
                <a:cs typeface="Arial" panose="020B0604020202020204" pitchFamily="34" charset="0"/>
              </a:rPr>
              <a:t>College website</a:t>
            </a:r>
          </a:p>
          <a:p>
            <a:pPr marL="179388" indent="-179388">
              <a:spcBef>
                <a:spcPts val="400"/>
              </a:spcBef>
              <a:buFont typeface="Arial" panose="020B0604020202020204" pitchFamily="34" charset="0"/>
              <a:buChar char="•"/>
            </a:pPr>
            <a:r>
              <a:rPr lang="en-US" sz="1300" dirty="0">
                <a:solidFill>
                  <a:srgbClr val="0070C0"/>
                </a:solidFill>
                <a:latin typeface="Lexend Deca" pitchFamily="2" charset="0"/>
                <a:cs typeface="Arial" panose="020B0604020202020204" pitchFamily="34" charset="0"/>
              </a:rPr>
              <a:t>Intranet</a:t>
            </a:r>
          </a:p>
          <a:p>
            <a:pPr marL="179388" indent="-179388">
              <a:spcBef>
                <a:spcPts val="400"/>
              </a:spcBef>
              <a:buFont typeface="Arial" panose="020B0604020202020204" pitchFamily="34" charset="0"/>
              <a:buChar char="•"/>
            </a:pPr>
            <a:r>
              <a:rPr lang="en-US" sz="1300" dirty="0">
                <a:solidFill>
                  <a:srgbClr val="0070C0"/>
                </a:solidFill>
                <a:latin typeface="Lexend Deca" pitchFamily="2" charset="0"/>
                <a:cs typeface="Arial" panose="020B0604020202020204" pitchFamily="34" charset="0"/>
              </a:rPr>
              <a:t>Displayed in all prominent places</a:t>
            </a:r>
          </a:p>
          <a:p>
            <a:pPr marL="179388" indent="-179388">
              <a:spcBef>
                <a:spcPts val="400"/>
              </a:spcBef>
              <a:buFont typeface="Arial" panose="020B0604020202020204" pitchFamily="34" charset="0"/>
              <a:buChar char="•"/>
            </a:pPr>
            <a:r>
              <a:rPr lang="en-US" sz="1300" dirty="0">
                <a:solidFill>
                  <a:srgbClr val="0070C0"/>
                </a:solidFill>
                <a:latin typeface="Lexend Deca" pitchFamily="2" charset="0"/>
                <a:cs typeface="Arial" panose="020B0604020202020204" pitchFamily="34" charset="0"/>
              </a:rPr>
              <a:t>Brochures</a:t>
            </a:r>
          </a:p>
          <a:p>
            <a:pPr marL="179388" indent="-179388">
              <a:spcBef>
                <a:spcPts val="400"/>
              </a:spcBef>
              <a:buFont typeface="Arial" panose="020B0604020202020204" pitchFamily="34" charset="0"/>
              <a:buChar char="•"/>
            </a:pPr>
            <a:r>
              <a:rPr lang="en-US" sz="1300" dirty="0">
                <a:solidFill>
                  <a:srgbClr val="0070C0"/>
                </a:solidFill>
                <a:latin typeface="Lexend Deca" pitchFamily="2" charset="0"/>
                <a:cs typeface="Arial" panose="020B0604020202020204" pitchFamily="34" charset="0"/>
              </a:rPr>
              <a:t>Curriculum &amp; Syllabi</a:t>
            </a:r>
          </a:p>
          <a:p>
            <a:pPr marL="179388" indent="-179388">
              <a:spcBef>
                <a:spcPts val="400"/>
              </a:spcBef>
              <a:buFont typeface="Arial" panose="020B0604020202020204" pitchFamily="34" charset="0"/>
              <a:buChar char="•"/>
            </a:pPr>
            <a:r>
              <a:rPr lang="en-US" sz="1300" dirty="0">
                <a:solidFill>
                  <a:srgbClr val="0070C0"/>
                </a:solidFill>
                <a:latin typeface="Lexend Deca" pitchFamily="2" charset="0"/>
                <a:cs typeface="Arial" panose="020B0604020202020204" pitchFamily="34" charset="0"/>
              </a:rPr>
              <a:t>Class record</a:t>
            </a:r>
          </a:p>
          <a:p>
            <a:pPr marL="179388" indent="-179388">
              <a:spcBef>
                <a:spcPts val="400"/>
              </a:spcBef>
              <a:buFont typeface="Arial" panose="020B0604020202020204" pitchFamily="34" charset="0"/>
              <a:buChar char="•"/>
            </a:pPr>
            <a:r>
              <a:rPr lang="en-US" sz="1300" dirty="0">
                <a:solidFill>
                  <a:srgbClr val="0070C0"/>
                </a:solidFill>
                <a:latin typeface="Lexend Deca" pitchFamily="2" charset="0"/>
                <a:cs typeface="Arial" panose="020B0604020202020204" pitchFamily="34" charset="0"/>
              </a:rPr>
              <a:t>Newsletter &amp; Magazine</a:t>
            </a:r>
          </a:p>
          <a:p>
            <a:pPr marL="179388" indent="-179388">
              <a:spcBef>
                <a:spcPts val="400"/>
              </a:spcBef>
              <a:buFont typeface="Arial" panose="020B0604020202020204" pitchFamily="34" charset="0"/>
              <a:buChar char="•"/>
            </a:pPr>
            <a:r>
              <a:rPr lang="en-US" sz="1300" dirty="0">
                <a:solidFill>
                  <a:srgbClr val="0070C0"/>
                </a:solidFill>
                <a:latin typeface="Lexend Deca" pitchFamily="2" charset="0"/>
                <a:cs typeface="Arial" panose="020B0604020202020204" pitchFamily="34" charset="0"/>
              </a:rPr>
              <a:t>Lab manuals</a:t>
            </a:r>
            <a:endParaRPr lang="en-IN" sz="1300" dirty="0">
              <a:solidFill>
                <a:srgbClr val="0070C0"/>
              </a:solidFill>
              <a:latin typeface="Lexend Deca" pitchFamily="2" charset="0"/>
            </a:endParaRPr>
          </a:p>
        </p:txBody>
      </p:sp>
      <p:sp>
        <p:nvSpPr>
          <p:cNvPr id="48" name="TextBox 47">
            <a:extLst>
              <a:ext uri="{FF2B5EF4-FFF2-40B4-BE49-F238E27FC236}">
                <a16:creationId xmlns:a16="http://schemas.microsoft.com/office/drawing/2014/main" id="{B60F10E5-BCC9-E0AA-BB97-6BC6A4AF5ED2}"/>
              </a:ext>
            </a:extLst>
          </p:cNvPr>
          <p:cNvSpPr txBox="1"/>
          <p:nvPr userDrawn="1"/>
        </p:nvSpPr>
        <p:spPr>
          <a:xfrm>
            <a:off x="9606192" y="3997396"/>
            <a:ext cx="2186817" cy="307777"/>
          </a:xfrm>
          <a:prstGeom prst="rect">
            <a:avLst/>
          </a:prstGeom>
          <a:noFill/>
        </p:spPr>
        <p:txBody>
          <a:bodyPr wrap="none" rtlCol="0">
            <a:spAutoFit/>
          </a:bodyPr>
          <a:lstStyle/>
          <a:p>
            <a:r>
              <a:rPr lang="en-US" sz="1400" u="sng" dirty="0">
                <a:solidFill>
                  <a:srgbClr val="F2762A"/>
                </a:solidFill>
                <a:latin typeface="Lexend Deca" pitchFamily="2" charset="0"/>
                <a:cs typeface="Arial" panose="020B0604020202020204" pitchFamily="34" charset="0"/>
              </a:rPr>
              <a:t>Mode of Dissemination</a:t>
            </a:r>
            <a:endParaRPr lang="en-IN" sz="1400" u="sng" dirty="0">
              <a:solidFill>
                <a:srgbClr val="F2762A"/>
              </a:solidFill>
              <a:latin typeface="Lexend Deca" pitchFamily="2" charset="0"/>
              <a:cs typeface="Arial" panose="020B0604020202020204" pitchFamily="34" charset="0"/>
            </a:endParaRPr>
          </a:p>
        </p:txBody>
      </p:sp>
    </p:spTree>
    <p:extLst>
      <p:ext uri="{BB962C8B-B14F-4D97-AF65-F5344CB8AC3E}">
        <p14:creationId xmlns:p14="http://schemas.microsoft.com/office/powerpoint/2010/main" val="2189546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ub Title Slide">
    <p:spTree>
      <p:nvGrpSpPr>
        <p:cNvPr id="1" name=""/>
        <p:cNvGrpSpPr/>
        <p:nvPr/>
      </p:nvGrpSpPr>
      <p:grpSpPr>
        <a:xfrm>
          <a:off x="0" y="0"/>
          <a:ext cx="0" cy="0"/>
          <a:chOff x="0" y="0"/>
          <a:chExt cx="0" cy="0"/>
        </a:xfrm>
      </p:grpSpPr>
      <p:sp>
        <p:nvSpPr>
          <p:cNvPr id="45" name="Rectangle 44"/>
          <p:cNvSpPr/>
          <p:nvPr userDrawn="1"/>
        </p:nvSpPr>
        <p:spPr>
          <a:xfrm>
            <a:off x="1" y="3598605"/>
            <a:ext cx="537328" cy="1917291"/>
          </a:xfrm>
          <a:prstGeom prst="rect">
            <a:avLst/>
          </a:prstGeom>
          <a:solidFill>
            <a:srgbClr val="F382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itle 1"/>
          <p:cNvSpPr>
            <a:spLocks noGrp="1"/>
          </p:cNvSpPr>
          <p:nvPr>
            <p:ph type="title" hasCustomPrompt="1"/>
          </p:nvPr>
        </p:nvSpPr>
        <p:spPr>
          <a:xfrm>
            <a:off x="763570" y="3608436"/>
            <a:ext cx="8502349" cy="765995"/>
          </a:xfrm>
        </p:spPr>
        <p:txBody>
          <a:bodyPr>
            <a:normAutofit/>
          </a:bodyPr>
          <a:lstStyle>
            <a:lvl1pPr algn="l">
              <a:defRPr sz="3200" b="1" baseline="0">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CRITERION 2</a:t>
            </a:r>
            <a:endParaRPr lang="en-IN" dirty="0"/>
          </a:p>
        </p:txBody>
      </p:sp>
      <p:sp>
        <p:nvSpPr>
          <p:cNvPr id="12" name="Rectangle 11"/>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p:cNvPicPr>
            <a:picLocks noChangeAspect="1"/>
          </p:cNvPicPr>
          <p:nvPr userDrawn="1"/>
        </p:nvPicPr>
        <p:blipFill>
          <a:blip r:embed="rId2"/>
          <a:stretch>
            <a:fillRect/>
          </a:stretch>
        </p:blipFill>
        <p:spPr>
          <a:xfrm>
            <a:off x="11511280" y="6136808"/>
            <a:ext cx="680720" cy="584667"/>
          </a:xfrm>
          <a:prstGeom prst="rect">
            <a:avLst/>
          </a:prstGeom>
        </p:spPr>
      </p:pic>
      <p:sp>
        <p:nvSpPr>
          <p:cNvPr id="14" name="Slide Number Placeholder 5"/>
          <p:cNvSpPr>
            <a:spLocks noGrp="1"/>
          </p:cNvSpPr>
          <p:nvPr>
            <p:ph type="sldNum" sz="quarter" idx="12"/>
          </p:nvPr>
        </p:nvSpPr>
        <p:spPr>
          <a:xfrm>
            <a:off x="11663680" y="6350000"/>
            <a:ext cx="503158" cy="350512"/>
          </a:xfrm>
        </p:spPr>
        <p:txBody>
          <a:bodyPr/>
          <a:lstStyle>
            <a:lvl1pPr>
              <a:defRPr b="1">
                <a:solidFill>
                  <a:schemeClr val="bg1"/>
                </a:solidFill>
              </a:defRPr>
            </a:lvl1pPr>
          </a:lstStyle>
          <a:p>
            <a:fld id="{ED0A4932-3B2E-45C6-B621-E5DE29EAC2DE}" type="slidenum">
              <a:rPr lang="en-IN" smtClean="0"/>
              <a:pPr/>
              <a:t>‹#›</a:t>
            </a:fld>
            <a:endParaRPr lang="en-IN"/>
          </a:p>
        </p:txBody>
      </p:sp>
      <p:sp>
        <p:nvSpPr>
          <p:cNvPr id="15" name="Rectangle 14"/>
          <p:cNvSpPr/>
          <p:nvPr userDrawn="1"/>
        </p:nvSpPr>
        <p:spPr>
          <a:xfrm>
            <a:off x="9448800" y="3598604"/>
            <a:ext cx="2743200" cy="1917291"/>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Connector 15"/>
          <p:cNvCxnSpPr>
            <a:cxnSpLocks/>
          </p:cNvCxnSpPr>
          <p:nvPr userDrawn="1"/>
        </p:nvCxnSpPr>
        <p:spPr>
          <a:xfrm>
            <a:off x="763571" y="4707993"/>
            <a:ext cx="8502349" cy="0"/>
          </a:xfrm>
          <a:prstGeom prst="line">
            <a:avLst/>
          </a:prstGeom>
          <a:ln w="28575">
            <a:solidFill>
              <a:srgbClr val="A9AAAE"/>
            </a:solidFill>
          </a:ln>
        </p:spPr>
        <p:style>
          <a:lnRef idx="1">
            <a:schemeClr val="accent1"/>
          </a:lnRef>
          <a:fillRef idx="0">
            <a:schemeClr val="accent1"/>
          </a:fillRef>
          <a:effectRef idx="0">
            <a:schemeClr val="accent1"/>
          </a:effectRef>
          <a:fontRef idx="minor">
            <a:schemeClr val="tx1"/>
          </a:fontRef>
        </p:style>
      </p:cxnSp>
      <p:pic>
        <p:nvPicPr>
          <p:cNvPr id="19" name="Picture 18"/>
          <p:cNvPicPr>
            <a:picLocks noChangeAspect="1"/>
          </p:cNvPicPr>
          <p:nvPr userDrawn="1"/>
        </p:nvPicPr>
        <p:blipFill rotWithShape="1">
          <a:blip r:embed="rId3"/>
          <a:srcRect t="4364" r="2963" b="-1"/>
          <a:stretch/>
        </p:blipFill>
        <p:spPr>
          <a:xfrm>
            <a:off x="9988826" y="14151"/>
            <a:ext cx="2203174" cy="1514041"/>
          </a:xfrm>
          <a:prstGeom prst="rect">
            <a:avLst/>
          </a:prstGeom>
        </p:spPr>
      </p:pic>
      <p:pic>
        <p:nvPicPr>
          <p:cNvPr id="20" name="Picture 1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sp>
        <p:nvSpPr>
          <p:cNvPr id="22" name="Text Placeholder 33"/>
          <p:cNvSpPr>
            <a:spLocks noGrp="1"/>
          </p:cNvSpPr>
          <p:nvPr>
            <p:ph type="body" sz="quarter" idx="15" hasCustomPrompt="1"/>
          </p:nvPr>
        </p:nvSpPr>
        <p:spPr>
          <a:xfrm>
            <a:off x="763571" y="4994365"/>
            <a:ext cx="8502349" cy="460582"/>
          </a:xfrm>
        </p:spPr>
        <p:txBody>
          <a:bodyPr>
            <a:normAutofit/>
          </a:bodyPr>
          <a:lstStyle>
            <a:lvl1pPr marL="0" indent="0">
              <a:buNone/>
              <a:defRPr sz="2400" baseline="0">
                <a:latin typeface="Trebuchet MS" panose="020B0603020202020204" pitchFamily="34" charset="0"/>
              </a:defRPr>
            </a:lvl1pPr>
          </a:lstStyle>
          <a:p>
            <a:pPr lvl="0"/>
            <a:r>
              <a:rPr lang="en-US" dirty="0"/>
              <a:t>Program Curriculum and Teaching – Learning Processes</a:t>
            </a:r>
            <a:endParaRPr lang="en-IN" dirty="0"/>
          </a:p>
        </p:txBody>
      </p:sp>
      <p:pic>
        <p:nvPicPr>
          <p:cNvPr id="2" name="Picture 1">
            <a:extLst>
              <a:ext uri="{FF2B5EF4-FFF2-40B4-BE49-F238E27FC236}">
                <a16:creationId xmlns:a16="http://schemas.microsoft.com/office/drawing/2014/main" id="{8317A328-A301-4B1E-8636-F7A2FA5378D7}"/>
              </a:ext>
            </a:extLst>
          </p:cNvPr>
          <p:cNvPicPr>
            <a:picLocks noChangeAspect="1"/>
          </p:cNvPicPr>
          <p:nvPr userDrawn="1"/>
        </p:nvPicPr>
        <p:blipFill>
          <a:blip r:embed="rId5"/>
          <a:stretch>
            <a:fillRect/>
          </a:stretch>
        </p:blipFill>
        <p:spPr>
          <a:xfrm>
            <a:off x="0" y="-11976"/>
            <a:ext cx="3544389" cy="266366"/>
          </a:xfrm>
          <a:prstGeom prst="rect">
            <a:avLst/>
          </a:prstGeom>
        </p:spPr>
      </p:pic>
    </p:spTree>
    <p:extLst>
      <p:ext uri="{BB962C8B-B14F-4D97-AF65-F5344CB8AC3E}">
        <p14:creationId xmlns:p14="http://schemas.microsoft.com/office/powerpoint/2010/main" val="35831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4813" y="274170"/>
            <a:ext cx="9414013" cy="765995"/>
          </a:xfrm>
        </p:spPr>
        <p:txBody>
          <a:bodyPr>
            <a:normAutofit/>
          </a:bodyPr>
          <a:lstStyle>
            <a:lvl1pPr>
              <a:defRPr sz="3000" b="1">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Program Curriculum</a:t>
            </a:r>
            <a:endParaRPr lang="en-IN" dirty="0"/>
          </a:p>
        </p:txBody>
      </p:sp>
      <p:pic>
        <p:nvPicPr>
          <p:cNvPr id="27" name="Picture 26"/>
          <p:cNvPicPr>
            <a:picLocks noChangeAspect="1"/>
          </p:cNvPicPr>
          <p:nvPr userDrawn="1"/>
        </p:nvPicPr>
        <p:blipFill rotWithShape="1">
          <a:blip r:embed="rId2"/>
          <a:srcRect t="4364" r="2963" b="-1"/>
          <a:stretch/>
        </p:blipFill>
        <p:spPr>
          <a:xfrm>
            <a:off x="9988826" y="14151"/>
            <a:ext cx="2203174" cy="1514041"/>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sp>
        <p:nvSpPr>
          <p:cNvPr id="29" name="Rectangle 28"/>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Picture 29"/>
          <p:cNvPicPr>
            <a:picLocks noChangeAspect="1"/>
          </p:cNvPicPr>
          <p:nvPr userDrawn="1"/>
        </p:nvPicPr>
        <p:blipFill>
          <a:blip r:embed="rId4"/>
          <a:stretch>
            <a:fillRect/>
          </a:stretch>
        </p:blipFill>
        <p:spPr>
          <a:xfrm>
            <a:off x="11511280" y="6136808"/>
            <a:ext cx="680720" cy="584667"/>
          </a:xfrm>
          <a:prstGeom prst="rect">
            <a:avLst/>
          </a:prstGeom>
        </p:spPr>
      </p:pic>
      <p:sp>
        <p:nvSpPr>
          <p:cNvPr id="31" name="Rounded Rectangle 30"/>
          <p:cNvSpPr/>
          <p:nvPr userDrawn="1"/>
        </p:nvSpPr>
        <p:spPr>
          <a:xfrm>
            <a:off x="698500" y="952560"/>
            <a:ext cx="906463" cy="54603"/>
          </a:xfrm>
          <a:prstGeom prst="roundRect">
            <a:avLst>
              <a:gd name="adj" fmla="val 50000"/>
            </a:avLst>
          </a:prstGeom>
          <a:solidFill>
            <a:srgbClr val="A9AA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2ACA9FEA-5CEE-4F7A-A457-1CCAE5DF7043}"/>
              </a:ext>
            </a:extLst>
          </p:cNvPr>
          <p:cNvPicPr>
            <a:picLocks noChangeAspect="1"/>
          </p:cNvPicPr>
          <p:nvPr userDrawn="1"/>
        </p:nvPicPr>
        <p:blipFill>
          <a:blip r:embed="rId5"/>
          <a:stretch>
            <a:fillRect/>
          </a:stretch>
        </p:blipFill>
        <p:spPr>
          <a:xfrm>
            <a:off x="0" y="-11976"/>
            <a:ext cx="3544389" cy="266366"/>
          </a:xfrm>
          <a:prstGeom prst="rect">
            <a:avLst/>
          </a:prstGeom>
        </p:spPr>
      </p:pic>
      <p:sp>
        <p:nvSpPr>
          <p:cNvPr id="14" name="Slide Number Placeholder 5">
            <a:extLst>
              <a:ext uri="{FF2B5EF4-FFF2-40B4-BE49-F238E27FC236}">
                <a16:creationId xmlns:a16="http://schemas.microsoft.com/office/drawing/2014/main" id="{237B0786-1107-4794-B9A1-D62C76F8F8E2}"/>
              </a:ext>
            </a:extLst>
          </p:cNvPr>
          <p:cNvSpPr>
            <a:spLocks noGrp="1"/>
          </p:cNvSpPr>
          <p:nvPr>
            <p:ph type="sldNum" sz="quarter" idx="12"/>
          </p:nvPr>
        </p:nvSpPr>
        <p:spPr>
          <a:xfrm>
            <a:off x="11663680" y="6350000"/>
            <a:ext cx="503158" cy="350512"/>
          </a:xfrm>
        </p:spPr>
        <p:txBody>
          <a:bodyPr/>
          <a:lstStyle>
            <a:lvl1pPr>
              <a:defRPr sz="1400" b="1">
                <a:solidFill>
                  <a:schemeClr val="bg1"/>
                </a:solidFill>
              </a:defRPr>
            </a:lvl1pPr>
          </a:lstStyle>
          <a:p>
            <a:fld id="{ED0A4932-3B2E-45C6-B621-E5DE29EAC2DE}" type="slidenum">
              <a:rPr lang="en-IN" smtClean="0"/>
              <a:pPr/>
              <a:t>‹#›</a:t>
            </a:fld>
            <a:endParaRPr lang="en-IN" dirty="0"/>
          </a:p>
        </p:txBody>
      </p:sp>
      <p:sp>
        <p:nvSpPr>
          <p:cNvPr id="15" name="Date Placeholder 4">
            <a:extLst>
              <a:ext uri="{FF2B5EF4-FFF2-40B4-BE49-F238E27FC236}">
                <a16:creationId xmlns:a16="http://schemas.microsoft.com/office/drawing/2014/main" id="{A89405C6-6DC8-4382-BC34-8D5DFB1792EA}"/>
              </a:ext>
            </a:extLst>
          </p:cNvPr>
          <p:cNvSpPr>
            <a:spLocks noGrp="1"/>
          </p:cNvSpPr>
          <p:nvPr>
            <p:ph type="dt" sz="half" idx="10"/>
          </p:nvPr>
        </p:nvSpPr>
        <p:spPr>
          <a:xfrm>
            <a:off x="567626" y="6335387"/>
            <a:ext cx="2743200" cy="365125"/>
          </a:xfrm>
        </p:spPr>
        <p:txBody>
          <a:bodyPr/>
          <a:lstStyle>
            <a:lvl1pPr>
              <a:defRPr>
                <a:latin typeface="Trebuchet MS" panose="020B0603020202020204" pitchFamily="34" charset="0"/>
              </a:defRPr>
            </a:lvl1pPr>
          </a:lstStyle>
          <a:p>
            <a:endParaRPr lang="en-IN" dirty="0"/>
          </a:p>
        </p:txBody>
      </p:sp>
      <p:sp>
        <p:nvSpPr>
          <p:cNvPr id="16" name="Footer Placeholder 5">
            <a:extLst>
              <a:ext uri="{FF2B5EF4-FFF2-40B4-BE49-F238E27FC236}">
                <a16:creationId xmlns:a16="http://schemas.microsoft.com/office/drawing/2014/main" id="{99538A48-E6DB-463C-8094-5B83EB630EFD}"/>
              </a:ext>
            </a:extLst>
          </p:cNvPr>
          <p:cNvSpPr>
            <a:spLocks noGrp="1"/>
          </p:cNvSpPr>
          <p:nvPr>
            <p:ph type="ftr" sz="quarter" idx="11"/>
          </p:nvPr>
        </p:nvSpPr>
        <p:spPr>
          <a:xfrm>
            <a:off x="4038600" y="6356350"/>
            <a:ext cx="4114800" cy="365125"/>
          </a:xfrm>
        </p:spPr>
        <p:txBody>
          <a:bodyPr/>
          <a:lstStyle>
            <a:lvl1pPr>
              <a:defRPr>
                <a:latin typeface="Trebuchet MS" panose="020B0603020202020204" pitchFamily="34" charset="0"/>
              </a:defRPr>
            </a:lvl1pPr>
          </a:lstStyle>
          <a:p>
            <a:endParaRPr lang="en-IN"/>
          </a:p>
        </p:txBody>
      </p:sp>
      <p:graphicFrame>
        <p:nvGraphicFramePr>
          <p:cNvPr id="4" name="Table 3">
            <a:extLst>
              <a:ext uri="{FF2B5EF4-FFF2-40B4-BE49-F238E27FC236}">
                <a16:creationId xmlns:a16="http://schemas.microsoft.com/office/drawing/2014/main" id="{3DD3F3B1-E5FC-78D1-8F67-00F1E6CAB0B0}"/>
              </a:ext>
            </a:extLst>
          </p:cNvPr>
          <p:cNvGraphicFramePr>
            <a:graphicFrameLocks noGrp="1"/>
          </p:cNvGraphicFramePr>
          <p:nvPr userDrawn="1">
            <p:extLst>
              <p:ext uri="{D42A27DB-BD31-4B8C-83A1-F6EECF244321}">
                <p14:modId xmlns:p14="http://schemas.microsoft.com/office/powerpoint/2010/main" val="1089980930"/>
              </p:ext>
            </p:extLst>
          </p:nvPr>
        </p:nvGraphicFramePr>
        <p:xfrm>
          <a:off x="620863" y="1141484"/>
          <a:ext cx="6062002" cy="3687446"/>
        </p:xfrm>
        <a:graphic>
          <a:graphicData uri="http://schemas.openxmlformats.org/drawingml/2006/table">
            <a:tbl>
              <a:tblPr firstRow="1" bandRow="1">
                <a:tableStyleId>{5940675A-B579-460E-94D1-54222C63F5DA}</a:tableStyleId>
              </a:tblPr>
              <a:tblGrid>
                <a:gridCol w="3569866">
                  <a:extLst>
                    <a:ext uri="{9D8B030D-6E8A-4147-A177-3AD203B41FA5}">
                      <a16:colId xmlns:a16="http://schemas.microsoft.com/office/drawing/2014/main" val="4127031927"/>
                    </a:ext>
                  </a:extLst>
                </a:gridCol>
                <a:gridCol w="884306">
                  <a:extLst>
                    <a:ext uri="{9D8B030D-6E8A-4147-A177-3AD203B41FA5}">
                      <a16:colId xmlns:a16="http://schemas.microsoft.com/office/drawing/2014/main" val="2832462349"/>
                    </a:ext>
                  </a:extLst>
                </a:gridCol>
                <a:gridCol w="803915">
                  <a:extLst>
                    <a:ext uri="{9D8B030D-6E8A-4147-A177-3AD203B41FA5}">
                      <a16:colId xmlns:a16="http://schemas.microsoft.com/office/drawing/2014/main" val="1791263790"/>
                    </a:ext>
                  </a:extLst>
                </a:gridCol>
                <a:gridCol w="803915">
                  <a:extLst>
                    <a:ext uri="{9D8B030D-6E8A-4147-A177-3AD203B41FA5}">
                      <a16:colId xmlns:a16="http://schemas.microsoft.com/office/drawing/2014/main" val="793622947"/>
                    </a:ext>
                  </a:extLst>
                </a:gridCol>
              </a:tblGrid>
              <a:tr h="268896">
                <a:tc>
                  <a:txBody>
                    <a:bodyPr/>
                    <a:lstStyle/>
                    <a:p>
                      <a:pPr algn="ctr"/>
                      <a:r>
                        <a:rPr lang="en-US" sz="1400" b="1" dirty="0">
                          <a:solidFill>
                            <a:srgbClr val="005BB1"/>
                          </a:solidFill>
                          <a:latin typeface="Trebuchet MS" panose="020B0603020202020204" pitchFamily="34" charset="0"/>
                          <a:cs typeface="Arial" panose="020B0604020202020204" pitchFamily="34" charset="0"/>
                        </a:rPr>
                        <a:t>Category</a:t>
                      </a:r>
                      <a:endParaRPr lang="en-IN" sz="1400" b="1" dirty="0">
                        <a:solidFill>
                          <a:srgbClr val="005BB1"/>
                        </a:solidFill>
                        <a:latin typeface="Trebuchet MS" panose="020B0603020202020204" pitchFamily="34" charset="0"/>
                        <a:cs typeface="Arial" panose="020B0604020202020204" pitchFamily="34" charset="0"/>
                      </a:endParaRPr>
                    </a:p>
                  </a:txBody>
                  <a:tcPr/>
                </a:tc>
                <a:tc>
                  <a:txBody>
                    <a:bodyPr/>
                    <a:lstStyle/>
                    <a:p>
                      <a:pPr algn="ctr"/>
                      <a:r>
                        <a:rPr lang="en-US" sz="1400" b="1" dirty="0">
                          <a:solidFill>
                            <a:srgbClr val="005BB1"/>
                          </a:solidFill>
                          <a:latin typeface="Trebuchet MS" panose="020B0603020202020204" pitchFamily="34" charset="0"/>
                          <a:cs typeface="Arial" panose="020B0604020202020204" pitchFamily="34" charset="0"/>
                        </a:rPr>
                        <a:t>AICTE</a:t>
                      </a:r>
                      <a:endParaRPr lang="en-IN" sz="1400" b="1" dirty="0">
                        <a:solidFill>
                          <a:srgbClr val="005BB1"/>
                        </a:solidFill>
                        <a:latin typeface="Trebuchet MS" panose="020B0603020202020204" pitchFamily="34" charset="0"/>
                        <a:cs typeface="Arial" panose="020B0604020202020204" pitchFamily="34" charset="0"/>
                      </a:endParaRPr>
                    </a:p>
                  </a:txBody>
                  <a:tcPr/>
                </a:tc>
                <a:tc>
                  <a:txBody>
                    <a:bodyPr/>
                    <a:lstStyle/>
                    <a:p>
                      <a:pPr algn="ctr"/>
                      <a:r>
                        <a:rPr lang="en-US" sz="1400" b="1" dirty="0">
                          <a:solidFill>
                            <a:srgbClr val="005BB1"/>
                          </a:solidFill>
                          <a:latin typeface="Trebuchet MS" panose="020B0603020202020204" pitchFamily="34" charset="0"/>
                          <a:cs typeface="Arial" panose="020B0604020202020204" pitchFamily="34" charset="0"/>
                        </a:rPr>
                        <a:t>R2018</a:t>
                      </a:r>
                      <a:endParaRPr lang="en-IN" sz="1400" b="1" dirty="0">
                        <a:solidFill>
                          <a:srgbClr val="005BB1"/>
                        </a:solidFill>
                        <a:latin typeface="Trebuchet MS" panose="020B0603020202020204" pitchFamily="34" charset="0"/>
                        <a:cs typeface="Arial" panose="020B0604020202020204" pitchFamily="34" charset="0"/>
                      </a:endParaRPr>
                    </a:p>
                  </a:txBody>
                  <a:tcPr/>
                </a:tc>
                <a:tc>
                  <a:txBody>
                    <a:bodyPr/>
                    <a:lstStyle/>
                    <a:p>
                      <a:pPr algn="ctr"/>
                      <a:r>
                        <a:rPr lang="en-US" sz="1400" b="1" dirty="0">
                          <a:solidFill>
                            <a:srgbClr val="005BB1"/>
                          </a:solidFill>
                          <a:latin typeface="Trebuchet MS" panose="020B0603020202020204" pitchFamily="34" charset="0"/>
                          <a:cs typeface="Arial" panose="020B0604020202020204" pitchFamily="34" charset="0"/>
                        </a:rPr>
                        <a:t>R2022</a:t>
                      </a:r>
                      <a:endParaRPr lang="en-IN" sz="1400" b="1" dirty="0">
                        <a:solidFill>
                          <a:srgbClr val="005BB1"/>
                        </a:solidFill>
                        <a:latin typeface="Trebuchet MS" panose="020B0603020202020204" pitchFamily="34" charset="0"/>
                        <a:cs typeface="Arial" panose="020B0604020202020204" pitchFamily="34" charset="0"/>
                      </a:endParaRPr>
                    </a:p>
                  </a:txBody>
                  <a:tcPr/>
                </a:tc>
                <a:extLst>
                  <a:ext uri="{0D108BD9-81ED-4DB2-BD59-A6C34878D82A}">
                    <a16:rowId xmlns:a16="http://schemas.microsoft.com/office/drawing/2014/main" val="1915972645"/>
                  </a:ext>
                </a:extLst>
              </a:tr>
              <a:tr h="269400">
                <a:tc>
                  <a:txBody>
                    <a:bodyPr/>
                    <a:lstStyle/>
                    <a:p>
                      <a:pPr marL="0" marR="0" algn="l" defTabSz="914400" rtl="0" eaLnBrk="1" latinLnBrk="0" hangingPunct="1">
                        <a:lnSpc>
                          <a:spcPct val="107000"/>
                        </a:lnSpc>
                        <a:spcBef>
                          <a:spcPts val="0"/>
                        </a:spcBef>
                        <a:spcAft>
                          <a:spcPts val="0"/>
                        </a:spcAft>
                      </a:pPr>
                      <a:r>
                        <a:rPr lang="en-IN" sz="1400" kern="1200" dirty="0">
                          <a:effectLst/>
                          <a:latin typeface="Trebuchet MS" panose="020B0603020202020204" pitchFamily="34" charset="0"/>
                          <a:cs typeface="Arial" panose="020B0604020202020204" pitchFamily="34" charset="0"/>
                        </a:rPr>
                        <a:t>Basic Science Courses (BSC)</a:t>
                      </a:r>
                      <a:endParaRPr lang="en-US" sz="1400" b="1" kern="1200" dirty="0">
                        <a:solidFill>
                          <a:schemeClr val="tx1"/>
                        </a:solidFill>
                        <a:effectLst/>
                        <a:latin typeface="Trebuchet MS" panose="020B0603020202020204" pitchFamily="34" charset="0"/>
                        <a:ea typeface="+mn-ea"/>
                        <a:cs typeface="Arial" panose="020B0604020202020204" pitchFamily="34" charset="0"/>
                      </a:endParaRP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24</a:t>
                      </a: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22</a:t>
                      </a: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20</a:t>
                      </a:r>
                    </a:p>
                  </a:txBody>
                  <a:tcPr/>
                </a:tc>
                <a:extLst>
                  <a:ext uri="{0D108BD9-81ED-4DB2-BD59-A6C34878D82A}">
                    <a16:rowId xmlns:a16="http://schemas.microsoft.com/office/drawing/2014/main" val="2367981147"/>
                  </a:ext>
                </a:extLst>
              </a:tr>
              <a:tr h="2688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kern="1200" dirty="0">
                          <a:effectLst/>
                          <a:latin typeface="Trebuchet MS" panose="020B0603020202020204" pitchFamily="34" charset="0"/>
                          <a:cs typeface="Arial" panose="020B0604020202020204" pitchFamily="34" charset="0"/>
                        </a:rPr>
                        <a:t>Engineering Science Courses (ESC)</a:t>
                      </a:r>
                      <a:endParaRPr lang="en-US" sz="1400" b="1" kern="1200" dirty="0">
                        <a:solidFill>
                          <a:schemeClr val="tx1"/>
                        </a:solidFill>
                        <a:effectLst/>
                        <a:latin typeface="Trebuchet MS" panose="020B0603020202020204" pitchFamily="34" charset="0"/>
                        <a:ea typeface="+mn-ea"/>
                        <a:cs typeface="Arial" panose="020B0604020202020204" pitchFamily="34" charset="0"/>
                      </a:endParaRP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20</a:t>
                      </a: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18</a:t>
                      </a: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16</a:t>
                      </a:r>
                    </a:p>
                  </a:txBody>
                  <a:tcPr/>
                </a:tc>
                <a:extLst>
                  <a:ext uri="{0D108BD9-81ED-4DB2-BD59-A6C34878D82A}">
                    <a16:rowId xmlns:a16="http://schemas.microsoft.com/office/drawing/2014/main" val="1105211173"/>
                  </a:ext>
                </a:extLst>
              </a:tr>
              <a:tr h="268896">
                <a:tc>
                  <a:txBody>
                    <a:bodyPr/>
                    <a:lstStyle/>
                    <a:p>
                      <a:r>
                        <a:rPr lang="en-IN" sz="1400" kern="1200" dirty="0">
                          <a:effectLst/>
                          <a:latin typeface="Trebuchet MS" panose="020B0603020202020204" pitchFamily="34" charset="0"/>
                          <a:cs typeface="Arial" panose="020B0604020202020204" pitchFamily="34" charset="0"/>
                        </a:rPr>
                        <a:t>Humanities and Social Sciences (HSC)</a:t>
                      </a:r>
                      <a:endParaRPr lang="en-IN" sz="1400" b="1" kern="1200" dirty="0">
                        <a:solidFill>
                          <a:schemeClr val="tx1"/>
                        </a:solidFill>
                        <a:effectLst/>
                        <a:latin typeface="Trebuchet MS" panose="020B0603020202020204" pitchFamily="34" charset="0"/>
                        <a:ea typeface="+mn-ea"/>
                        <a:cs typeface="Arial" panose="020B0604020202020204" pitchFamily="34" charset="0"/>
                      </a:endParaRP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06</a:t>
                      </a: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07</a:t>
                      </a: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07</a:t>
                      </a:r>
                    </a:p>
                  </a:txBody>
                  <a:tcPr/>
                </a:tc>
                <a:extLst>
                  <a:ext uri="{0D108BD9-81ED-4DB2-BD59-A6C34878D82A}">
                    <a16:rowId xmlns:a16="http://schemas.microsoft.com/office/drawing/2014/main" val="10003"/>
                  </a:ext>
                </a:extLst>
              </a:tr>
              <a:tr h="2688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kern="1200" dirty="0">
                          <a:effectLst/>
                          <a:latin typeface="Trebuchet MS" panose="020B0603020202020204" pitchFamily="34" charset="0"/>
                          <a:cs typeface="Arial" panose="020B0604020202020204" pitchFamily="34" charset="0"/>
                        </a:rPr>
                        <a:t>Professional Core Courses (PCC)</a:t>
                      </a:r>
                      <a:endParaRPr lang="en-US" sz="1400" b="1" kern="1200" dirty="0">
                        <a:solidFill>
                          <a:schemeClr val="tx1"/>
                        </a:solidFill>
                        <a:effectLst/>
                        <a:latin typeface="Trebuchet MS" panose="020B0603020202020204" pitchFamily="34" charset="0"/>
                        <a:ea typeface="+mn-ea"/>
                        <a:cs typeface="Arial" panose="020B0604020202020204" pitchFamily="34" charset="0"/>
                      </a:endParaRP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58</a:t>
                      </a: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84</a:t>
                      </a: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85</a:t>
                      </a:r>
                    </a:p>
                  </a:txBody>
                  <a:tcPr/>
                </a:tc>
                <a:extLst>
                  <a:ext uri="{0D108BD9-81ED-4DB2-BD59-A6C34878D82A}">
                    <a16:rowId xmlns:a16="http://schemas.microsoft.com/office/drawing/2014/main" val="1101145176"/>
                  </a:ext>
                </a:extLst>
              </a:tr>
              <a:tr h="2688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a:effectLst/>
                          <a:latin typeface="Trebuchet MS" panose="020B0603020202020204" pitchFamily="34" charset="0"/>
                          <a:cs typeface="Arial" panose="020B0604020202020204" pitchFamily="34" charset="0"/>
                        </a:rPr>
                        <a:t>Professional Elective Courses (PEC)</a:t>
                      </a:r>
                      <a:endParaRPr lang="en-US" sz="1400" b="1" kern="1200" dirty="0">
                        <a:solidFill>
                          <a:schemeClr val="tx1"/>
                        </a:solidFill>
                        <a:effectLst/>
                        <a:latin typeface="Trebuchet MS" panose="020B0603020202020204" pitchFamily="34" charset="0"/>
                        <a:ea typeface="+mn-ea"/>
                        <a:cs typeface="Arial" panose="020B0604020202020204" pitchFamily="34" charset="0"/>
                      </a:endParaRP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26</a:t>
                      </a: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15</a:t>
                      </a: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15</a:t>
                      </a:r>
                    </a:p>
                  </a:txBody>
                  <a:tcPr/>
                </a:tc>
                <a:extLst>
                  <a:ext uri="{0D108BD9-81ED-4DB2-BD59-A6C34878D82A}">
                    <a16:rowId xmlns:a16="http://schemas.microsoft.com/office/drawing/2014/main" val="2595854904"/>
                  </a:ext>
                </a:extLst>
              </a:tr>
              <a:tr h="2688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a:effectLst/>
                          <a:latin typeface="Trebuchet MS" panose="020B0603020202020204" pitchFamily="34" charset="0"/>
                          <a:cs typeface="Arial" panose="020B0604020202020204" pitchFamily="34" charset="0"/>
                        </a:rPr>
                        <a:t>Open elective Courses  (OEC)</a:t>
                      </a:r>
                      <a:endParaRPr lang="en-US" sz="1400" b="1" kern="1200" dirty="0">
                        <a:solidFill>
                          <a:schemeClr val="tx1"/>
                        </a:solidFill>
                        <a:effectLst/>
                        <a:latin typeface="Trebuchet MS" panose="020B0603020202020204" pitchFamily="34" charset="0"/>
                        <a:ea typeface="+mn-ea"/>
                        <a:cs typeface="Arial" panose="020B0604020202020204" pitchFamily="34" charset="0"/>
                      </a:endParaRP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12</a:t>
                      </a: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09</a:t>
                      </a: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09</a:t>
                      </a:r>
                    </a:p>
                  </a:txBody>
                  <a:tcPr/>
                </a:tc>
                <a:extLst>
                  <a:ext uri="{0D108BD9-81ED-4DB2-BD59-A6C34878D82A}">
                    <a16:rowId xmlns:a16="http://schemas.microsoft.com/office/drawing/2014/main" val="122975156"/>
                  </a:ext>
                </a:extLst>
              </a:tr>
              <a:tr h="269400">
                <a:tc>
                  <a:txBody>
                    <a:bodyPr/>
                    <a:lstStyle/>
                    <a:p>
                      <a:pPr marL="0" marR="0" algn="l" defTabSz="914400" rtl="0" eaLnBrk="1" latinLnBrk="0" hangingPunct="1">
                        <a:lnSpc>
                          <a:spcPct val="107000"/>
                        </a:lnSpc>
                        <a:spcBef>
                          <a:spcPts val="0"/>
                        </a:spcBef>
                        <a:spcAft>
                          <a:spcPts val="0"/>
                        </a:spcAft>
                      </a:pPr>
                      <a:r>
                        <a:rPr lang="en-US" sz="1400" kern="1200" dirty="0">
                          <a:effectLst/>
                          <a:latin typeface="Trebuchet MS" panose="020B0603020202020204" pitchFamily="34" charset="0"/>
                          <a:cs typeface="Arial" panose="020B0604020202020204" pitchFamily="34" charset="0"/>
                        </a:rPr>
                        <a:t>Project Work (PROJ)</a:t>
                      </a:r>
                      <a:endParaRPr lang="en-US" sz="1400" b="1" kern="1200" dirty="0">
                        <a:solidFill>
                          <a:schemeClr val="tx1"/>
                        </a:solidFill>
                        <a:effectLst/>
                        <a:latin typeface="Trebuchet MS" panose="020B0603020202020204" pitchFamily="34" charset="0"/>
                        <a:ea typeface="+mn-ea"/>
                        <a:cs typeface="Arial" panose="020B0604020202020204" pitchFamily="34" charset="0"/>
                      </a:endParaRPr>
                    </a:p>
                  </a:txBody>
                  <a:tcPr/>
                </a:tc>
                <a:tc rowSpan="2">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16</a:t>
                      </a:r>
                    </a:p>
                  </a:txBody>
                  <a:tcPr anchor="ct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11</a:t>
                      </a:r>
                    </a:p>
                  </a:txBody>
                  <a:tcPr/>
                </a:tc>
                <a:tc>
                  <a:txBody>
                    <a:bodyPr/>
                    <a:lstStyle/>
                    <a:p>
                      <a:pPr algn="ctr"/>
                      <a:r>
                        <a:rPr lang="en-IN" sz="1400" b="0" kern="1200" dirty="0">
                          <a:solidFill>
                            <a:schemeClr val="tx1"/>
                          </a:solidFill>
                          <a:effectLst/>
                          <a:latin typeface="Trebuchet MS" panose="020B0603020202020204" pitchFamily="34" charset="0"/>
                          <a:ea typeface="+mn-ea"/>
                          <a:cs typeface="Arial" panose="020B0604020202020204" pitchFamily="34" charset="0"/>
                        </a:rPr>
                        <a:t>10</a:t>
                      </a:r>
                    </a:p>
                  </a:txBody>
                  <a:tcPr/>
                </a:tc>
                <a:extLst>
                  <a:ext uri="{0D108BD9-81ED-4DB2-BD59-A6C34878D82A}">
                    <a16:rowId xmlns:a16="http://schemas.microsoft.com/office/drawing/2014/main" val="424437384"/>
                  </a:ext>
                </a:extLst>
              </a:tr>
              <a:tr h="269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a:effectLst/>
                          <a:latin typeface="Trebuchet MS" panose="020B0603020202020204" pitchFamily="34" charset="0"/>
                          <a:cs typeface="Arial" panose="020B0604020202020204" pitchFamily="34" charset="0"/>
                        </a:rPr>
                        <a:t>Internship</a:t>
                      </a:r>
                      <a:endParaRPr lang="en-US" sz="1400" b="1" kern="1200" dirty="0">
                        <a:solidFill>
                          <a:schemeClr val="tx1"/>
                        </a:solidFill>
                        <a:effectLst/>
                        <a:latin typeface="Trebuchet MS" panose="020B0603020202020204" pitchFamily="34" charset="0"/>
                        <a:ea typeface="+mn-ea"/>
                        <a:cs typeface="Arial" panose="020B0604020202020204" pitchFamily="34" charset="0"/>
                      </a:endParaRPr>
                    </a:p>
                  </a:txBody>
                  <a:tcPr/>
                </a:tc>
                <a:tc vMerge="1">
                  <a:txBody>
                    <a:bodyPr/>
                    <a:lstStyle/>
                    <a:p>
                      <a:pPr algn="ctr"/>
                      <a:endParaRPr lang="en-IN" sz="1400" b="1" kern="1200" dirty="0">
                        <a:solidFill>
                          <a:schemeClr val="tx1"/>
                        </a:solidFill>
                        <a:effectLst/>
                        <a:latin typeface="Lexend Deca" pitchFamily="2" charset="0"/>
                        <a:ea typeface="+mn-ea"/>
                        <a:cs typeface="Arial" panose="020B0604020202020204" pitchFamily="34" charset="0"/>
                      </a:endParaRPr>
                    </a:p>
                  </a:txBody>
                  <a:tcPr/>
                </a:tc>
                <a:tc>
                  <a:txBody>
                    <a:bodyPr/>
                    <a:lstStyle/>
                    <a:p>
                      <a:pPr algn="ctr"/>
                      <a:r>
                        <a:rPr lang="en-US" sz="1400" b="0" kern="1200" dirty="0">
                          <a:effectLst/>
                          <a:latin typeface="Trebuchet MS" panose="020B0603020202020204" pitchFamily="34" charset="0"/>
                          <a:cs typeface="Arial" panose="020B0604020202020204" pitchFamily="34" charset="0"/>
                        </a:rPr>
                        <a:t>03*</a:t>
                      </a:r>
                      <a:endParaRPr lang="en-IN" sz="1400" b="0" kern="1200" dirty="0">
                        <a:solidFill>
                          <a:schemeClr val="tx1"/>
                        </a:solidFill>
                        <a:effectLst/>
                        <a:latin typeface="Trebuchet MS" panose="020B0603020202020204" pitchFamily="34" charset="0"/>
                        <a:ea typeface="+mn-ea"/>
                        <a:cs typeface="Arial" panose="020B0604020202020204" pitchFamily="34" charset="0"/>
                      </a:endParaRPr>
                    </a:p>
                  </a:txBody>
                  <a:tcPr/>
                </a:tc>
                <a:tc>
                  <a:txBody>
                    <a:bodyPr/>
                    <a:lstStyle/>
                    <a:p>
                      <a:pPr algn="ctr"/>
                      <a:r>
                        <a:rPr lang="en-US" sz="1400" b="0" kern="1200" dirty="0">
                          <a:effectLst/>
                          <a:latin typeface="Trebuchet MS" panose="020B0603020202020204" pitchFamily="34" charset="0"/>
                          <a:cs typeface="Arial" panose="020B0604020202020204" pitchFamily="34" charset="0"/>
                        </a:rPr>
                        <a:t>03*</a:t>
                      </a:r>
                      <a:endParaRPr lang="en-IN" sz="1400" b="0" kern="1200" dirty="0">
                        <a:solidFill>
                          <a:schemeClr val="tx1"/>
                        </a:solidFill>
                        <a:effectLst/>
                        <a:latin typeface="Trebuchet MS" panose="020B0603020202020204" pitchFamily="34" charset="0"/>
                        <a:ea typeface="+mn-ea"/>
                        <a:cs typeface="Arial" panose="020B0604020202020204" pitchFamily="34" charset="0"/>
                      </a:endParaRPr>
                    </a:p>
                  </a:txBody>
                  <a:tcPr/>
                </a:tc>
                <a:extLst>
                  <a:ext uri="{0D108BD9-81ED-4DB2-BD59-A6C34878D82A}">
                    <a16:rowId xmlns:a16="http://schemas.microsoft.com/office/drawing/2014/main" val="10008"/>
                  </a:ext>
                </a:extLst>
              </a:tr>
              <a:tr h="2688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a:effectLst/>
                          <a:latin typeface="Trebuchet MS" panose="020B0603020202020204" pitchFamily="34" charset="0"/>
                          <a:cs typeface="Arial" panose="020B0604020202020204" pitchFamily="34" charset="0"/>
                        </a:rPr>
                        <a:t>Mandatory Courses (MC)</a:t>
                      </a:r>
                      <a:endParaRPr lang="en-US" sz="1400" b="1" kern="1200" dirty="0">
                        <a:solidFill>
                          <a:schemeClr val="tx1"/>
                        </a:solidFill>
                        <a:effectLst/>
                        <a:latin typeface="Trebuchet MS" panose="020B0603020202020204" pitchFamily="34" charset="0"/>
                        <a:ea typeface="+mn-ea"/>
                        <a:cs typeface="Arial" panose="020B0604020202020204" pitchFamily="34" charset="0"/>
                      </a:endParaRPr>
                    </a:p>
                  </a:txBody>
                  <a:tcPr/>
                </a:tc>
                <a:tc>
                  <a:txBody>
                    <a:bodyPr/>
                    <a:lstStyle/>
                    <a:p>
                      <a:pPr algn="ctr"/>
                      <a:r>
                        <a:rPr lang="en-US" sz="1400" b="0" kern="1200" dirty="0">
                          <a:effectLst/>
                          <a:latin typeface="Trebuchet MS" panose="020B0603020202020204" pitchFamily="34" charset="0"/>
                          <a:cs typeface="Arial" panose="020B0604020202020204" pitchFamily="34" charset="0"/>
                        </a:rPr>
                        <a:t>02</a:t>
                      </a:r>
                      <a:endParaRPr lang="en-IN" sz="1400" b="0" kern="1200" dirty="0">
                        <a:solidFill>
                          <a:schemeClr val="tx1"/>
                        </a:solidFill>
                        <a:effectLst/>
                        <a:latin typeface="Trebuchet MS" panose="020B0603020202020204" pitchFamily="34" charset="0"/>
                        <a:ea typeface="+mn-ea"/>
                        <a:cs typeface="Arial" panose="020B0604020202020204" pitchFamily="34" charset="0"/>
                      </a:endParaRPr>
                    </a:p>
                  </a:txBody>
                  <a:tcPr/>
                </a:tc>
                <a:tc>
                  <a:txBody>
                    <a:bodyPr/>
                    <a:lstStyle/>
                    <a:p>
                      <a:pPr algn="ctr"/>
                      <a:r>
                        <a:rPr lang="en-US" sz="1400" b="0" kern="1200" dirty="0">
                          <a:effectLst/>
                          <a:latin typeface="Trebuchet MS" panose="020B0603020202020204" pitchFamily="34" charset="0"/>
                          <a:cs typeface="Arial" panose="020B0604020202020204" pitchFamily="34" charset="0"/>
                        </a:rPr>
                        <a:t>03*</a:t>
                      </a:r>
                      <a:endParaRPr lang="en-IN" sz="1400" b="0" kern="1200" dirty="0">
                        <a:solidFill>
                          <a:schemeClr val="tx1"/>
                        </a:solidFill>
                        <a:effectLst/>
                        <a:latin typeface="Trebuchet MS" panose="020B0603020202020204" pitchFamily="34" charset="0"/>
                        <a:ea typeface="+mn-ea"/>
                        <a:cs typeface="Arial" panose="020B0604020202020204" pitchFamily="34" charset="0"/>
                      </a:endParaRPr>
                    </a:p>
                  </a:txBody>
                  <a:tcPr/>
                </a:tc>
                <a:tc>
                  <a:txBody>
                    <a:bodyPr/>
                    <a:lstStyle/>
                    <a:p>
                      <a:pPr algn="ctr"/>
                      <a:r>
                        <a:rPr lang="en-US" sz="1400" b="0" kern="1200" dirty="0">
                          <a:effectLst/>
                          <a:latin typeface="Trebuchet MS" panose="020B0603020202020204" pitchFamily="34" charset="0"/>
                          <a:cs typeface="Arial" panose="020B0604020202020204" pitchFamily="34" charset="0"/>
                        </a:rPr>
                        <a:t>03*</a:t>
                      </a:r>
                      <a:endParaRPr lang="en-IN" sz="1400" b="0" kern="1200" dirty="0">
                        <a:solidFill>
                          <a:schemeClr val="tx1"/>
                        </a:solidFill>
                        <a:effectLst/>
                        <a:latin typeface="Trebuchet MS" panose="020B0603020202020204" pitchFamily="34" charset="0"/>
                        <a:ea typeface="+mn-ea"/>
                        <a:cs typeface="Arial" panose="020B0604020202020204" pitchFamily="34" charset="0"/>
                      </a:endParaRPr>
                    </a:p>
                  </a:txBody>
                  <a:tcPr/>
                </a:tc>
                <a:extLst>
                  <a:ext uri="{0D108BD9-81ED-4DB2-BD59-A6C34878D82A}">
                    <a16:rowId xmlns:a16="http://schemas.microsoft.com/office/drawing/2014/main" val="2764815942"/>
                  </a:ext>
                </a:extLst>
              </a:tr>
              <a:tr h="2688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a:effectLst/>
                          <a:latin typeface="Trebuchet MS" panose="020B0603020202020204" pitchFamily="34" charset="0"/>
                          <a:cs typeface="Arial" panose="020B0604020202020204" pitchFamily="34" charset="0"/>
                        </a:rPr>
                        <a:t>General Elective(GE)-NCC</a:t>
                      </a:r>
                      <a:endParaRPr lang="en-US" sz="1400" b="1" kern="1200" dirty="0">
                        <a:solidFill>
                          <a:schemeClr val="tx1"/>
                        </a:solidFill>
                        <a:effectLst/>
                        <a:latin typeface="Trebuchet MS" panose="020B0603020202020204" pitchFamily="34" charset="0"/>
                        <a:ea typeface="+mn-ea"/>
                        <a:cs typeface="Arial" panose="020B0604020202020204" pitchFamily="34" charset="0"/>
                      </a:endParaRPr>
                    </a:p>
                  </a:txBody>
                  <a:tcPr/>
                </a:tc>
                <a:tc>
                  <a:txBody>
                    <a:bodyPr/>
                    <a:lstStyle/>
                    <a:p>
                      <a:pPr algn="ctr"/>
                      <a:r>
                        <a:rPr lang="en-US" sz="1400" b="0" kern="1200" dirty="0">
                          <a:effectLst/>
                          <a:latin typeface="Trebuchet MS" panose="020B0603020202020204" pitchFamily="34" charset="0"/>
                          <a:cs typeface="Arial" panose="020B0604020202020204" pitchFamily="34" charset="0"/>
                        </a:rPr>
                        <a:t>-</a:t>
                      </a:r>
                      <a:endParaRPr lang="en-IN" sz="1400" b="0" kern="1200" dirty="0">
                        <a:solidFill>
                          <a:schemeClr val="tx1"/>
                        </a:solidFill>
                        <a:effectLst/>
                        <a:latin typeface="Trebuchet MS" panose="020B0603020202020204" pitchFamily="34" charset="0"/>
                        <a:ea typeface="+mn-ea"/>
                        <a:cs typeface="Arial" panose="020B0604020202020204" pitchFamily="34" charset="0"/>
                      </a:endParaRPr>
                    </a:p>
                  </a:txBody>
                  <a:tcPr/>
                </a:tc>
                <a:tc>
                  <a:txBody>
                    <a:bodyPr/>
                    <a:lstStyle/>
                    <a:p>
                      <a:pPr algn="ctr"/>
                      <a:r>
                        <a:rPr lang="en-US" sz="1400" b="0" kern="1200" dirty="0">
                          <a:effectLst/>
                          <a:latin typeface="Trebuchet MS" panose="020B0603020202020204" pitchFamily="34" charset="0"/>
                          <a:cs typeface="Arial" panose="020B0604020202020204" pitchFamily="34" charset="0"/>
                        </a:rPr>
                        <a:t>03*</a:t>
                      </a:r>
                      <a:endParaRPr lang="en-IN" sz="1400" b="0" kern="1200" dirty="0">
                        <a:solidFill>
                          <a:schemeClr val="tx1"/>
                        </a:solidFill>
                        <a:effectLst/>
                        <a:latin typeface="Trebuchet MS" panose="020B0603020202020204" pitchFamily="34" charset="0"/>
                        <a:ea typeface="+mn-ea"/>
                        <a:cs typeface="Arial" panose="020B0604020202020204" pitchFamily="34" charset="0"/>
                      </a:endParaRPr>
                    </a:p>
                  </a:txBody>
                  <a:tcPr/>
                </a:tc>
                <a:tc>
                  <a:txBody>
                    <a:bodyPr/>
                    <a:lstStyle/>
                    <a:p>
                      <a:pPr algn="ctr"/>
                      <a:r>
                        <a:rPr lang="en-US" sz="1400" b="0" kern="1200" dirty="0">
                          <a:effectLst/>
                          <a:latin typeface="Trebuchet MS" panose="020B0603020202020204" pitchFamily="34" charset="0"/>
                          <a:cs typeface="Arial" panose="020B0604020202020204" pitchFamily="34" charset="0"/>
                        </a:rPr>
                        <a:t>03*</a:t>
                      </a:r>
                      <a:endParaRPr lang="en-IN" sz="1400" b="0" kern="1200" dirty="0">
                        <a:solidFill>
                          <a:schemeClr val="tx1"/>
                        </a:solidFill>
                        <a:effectLst/>
                        <a:latin typeface="Trebuchet MS" panose="020B0603020202020204" pitchFamily="34" charset="0"/>
                        <a:ea typeface="+mn-ea"/>
                        <a:cs typeface="Arial" panose="020B0604020202020204" pitchFamily="34" charset="0"/>
                      </a:endParaRPr>
                    </a:p>
                  </a:txBody>
                  <a:tcPr/>
                </a:tc>
                <a:extLst>
                  <a:ext uri="{0D108BD9-81ED-4DB2-BD59-A6C34878D82A}">
                    <a16:rowId xmlns:a16="http://schemas.microsoft.com/office/drawing/2014/main" val="4212094057"/>
                  </a:ext>
                </a:extLst>
              </a:tr>
              <a:tr h="2688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rgbClr val="F2762A"/>
                          </a:solidFill>
                          <a:effectLst/>
                          <a:latin typeface="Trebuchet MS" panose="020B0603020202020204" pitchFamily="34" charset="0"/>
                          <a:cs typeface="Arial" panose="020B0604020202020204" pitchFamily="34" charset="0"/>
                        </a:rPr>
                        <a:t>Total</a:t>
                      </a:r>
                      <a:endParaRPr lang="en-US" sz="1400" b="1" kern="1200" dirty="0">
                        <a:solidFill>
                          <a:srgbClr val="F2762A"/>
                        </a:solidFill>
                        <a:effectLst/>
                        <a:latin typeface="Trebuchet MS" panose="020B0603020202020204" pitchFamily="34" charset="0"/>
                        <a:ea typeface="+mn-ea"/>
                        <a:cs typeface="Arial" panose="020B0604020202020204" pitchFamily="34" charset="0"/>
                      </a:endParaRPr>
                    </a:p>
                  </a:txBody>
                  <a:tcPr/>
                </a:tc>
                <a:tc>
                  <a:txBody>
                    <a:bodyPr/>
                    <a:lstStyle/>
                    <a:p>
                      <a:pPr algn="ctr"/>
                      <a:r>
                        <a:rPr lang="en-US" sz="1400" b="1" kern="1200" dirty="0">
                          <a:solidFill>
                            <a:srgbClr val="F2762A"/>
                          </a:solidFill>
                          <a:effectLst/>
                          <a:latin typeface="Trebuchet MS" panose="020B0603020202020204" pitchFamily="34" charset="0"/>
                          <a:cs typeface="Arial" panose="020B0604020202020204" pitchFamily="34" charset="0"/>
                        </a:rPr>
                        <a:t>164</a:t>
                      </a:r>
                      <a:endParaRPr lang="en-IN" sz="1400" b="1" kern="1200" dirty="0">
                        <a:solidFill>
                          <a:srgbClr val="F2762A"/>
                        </a:solidFill>
                        <a:effectLst/>
                        <a:latin typeface="Trebuchet MS" panose="020B0603020202020204" pitchFamily="34" charset="0"/>
                        <a:ea typeface="+mn-ea"/>
                        <a:cs typeface="Arial" panose="020B0604020202020204" pitchFamily="34" charset="0"/>
                      </a:endParaRPr>
                    </a:p>
                  </a:txBody>
                  <a:tcPr/>
                </a:tc>
                <a:tc>
                  <a:txBody>
                    <a:bodyPr/>
                    <a:lstStyle/>
                    <a:p>
                      <a:pPr algn="ctr"/>
                      <a:r>
                        <a:rPr lang="en-US" sz="1400" b="1" kern="1200" dirty="0">
                          <a:solidFill>
                            <a:srgbClr val="F2762A"/>
                          </a:solidFill>
                          <a:effectLst/>
                          <a:latin typeface="Trebuchet MS" panose="020B0603020202020204" pitchFamily="34" charset="0"/>
                          <a:cs typeface="Arial" panose="020B0604020202020204" pitchFamily="34" charset="0"/>
                        </a:rPr>
                        <a:t>166</a:t>
                      </a:r>
                      <a:endParaRPr lang="en-IN" sz="1400" b="1" kern="1200" dirty="0">
                        <a:solidFill>
                          <a:srgbClr val="F2762A"/>
                        </a:solidFill>
                        <a:effectLst/>
                        <a:latin typeface="Trebuchet MS" panose="020B0603020202020204" pitchFamily="34" charset="0"/>
                        <a:ea typeface="+mn-ea"/>
                        <a:cs typeface="Arial" panose="020B0604020202020204" pitchFamily="34" charset="0"/>
                      </a:endParaRPr>
                    </a:p>
                  </a:txBody>
                  <a:tcPr/>
                </a:tc>
                <a:tc>
                  <a:txBody>
                    <a:bodyPr/>
                    <a:lstStyle/>
                    <a:p>
                      <a:pPr algn="ctr"/>
                      <a:r>
                        <a:rPr lang="en-US" sz="1400" b="1" kern="1200" dirty="0">
                          <a:solidFill>
                            <a:srgbClr val="F2762A"/>
                          </a:solidFill>
                          <a:effectLst/>
                          <a:latin typeface="Trebuchet MS" panose="020B0603020202020204" pitchFamily="34" charset="0"/>
                          <a:cs typeface="Arial" panose="020B0604020202020204" pitchFamily="34" charset="0"/>
                        </a:rPr>
                        <a:t>162</a:t>
                      </a:r>
                      <a:endParaRPr lang="en-IN" sz="1400" b="1" kern="1200" dirty="0">
                        <a:solidFill>
                          <a:srgbClr val="F2762A"/>
                        </a:solidFill>
                        <a:effectLst/>
                        <a:latin typeface="Trebuchet MS" panose="020B0603020202020204" pitchFamily="34" charset="0"/>
                        <a:ea typeface="+mn-ea"/>
                        <a:cs typeface="Arial" panose="020B0604020202020204" pitchFamily="34" charset="0"/>
                      </a:endParaRPr>
                    </a:p>
                  </a:txBody>
                  <a:tcPr/>
                </a:tc>
                <a:extLst>
                  <a:ext uri="{0D108BD9-81ED-4DB2-BD59-A6C34878D82A}">
                    <a16:rowId xmlns:a16="http://schemas.microsoft.com/office/drawing/2014/main" val="1473236200"/>
                  </a:ext>
                </a:extLst>
              </a:tr>
            </a:tbl>
          </a:graphicData>
        </a:graphic>
      </p:graphicFrame>
      <p:graphicFrame>
        <p:nvGraphicFramePr>
          <p:cNvPr id="5" name="Table 4">
            <a:extLst>
              <a:ext uri="{FF2B5EF4-FFF2-40B4-BE49-F238E27FC236}">
                <a16:creationId xmlns:a16="http://schemas.microsoft.com/office/drawing/2014/main" id="{19EFB5AA-3845-62CF-F3B4-71F5B4CC64F5}"/>
              </a:ext>
            </a:extLst>
          </p:cNvPr>
          <p:cNvGraphicFramePr>
            <a:graphicFrameLocks noGrp="1"/>
          </p:cNvGraphicFramePr>
          <p:nvPr userDrawn="1">
            <p:extLst>
              <p:ext uri="{D42A27DB-BD31-4B8C-83A1-F6EECF244321}">
                <p14:modId xmlns:p14="http://schemas.microsoft.com/office/powerpoint/2010/main" val="2524084934"/>
              </p:ext>
            </p:extLst>
          </p:nvPr>
        </p:nvGraphicFramePr>
        <p:xfrm>
          <a:off x="2595480" y="4933072"/>
          <a:ext cx="4099389" cy="1245371"/>
        </p:xfrm>
        <a:graphic>
          <a:graphicData uri="http://schemas.openxmlformats.org/drawingml/2006/table">
            <a:tbl>
              <a:tblPr firstRow="1" bandRow="1">
                <a:tableStyleId>{5940675A-B579-460E-94D1-54222C63F5DA}</a:tableStyleId>
              </a:tblPr>
              <a:tblGrid>
                <a:gridCol w="1633591">
                  <a:extLst>
                    <a:ext uri="{9D8B030D-6E8A-4147-A177-3AD203B41FA5}">
                      <a16:colId xmlns:a16="http://schemas.microsoft.com/office/drawing/2014/main" val="3529739152"/>
                    </a:ext>
                  </a:extLst>
                </a:gridCol>
                <a:gridCol w="2465798">
                  <a:extLst>
                    <a:ext uri="{9D8B030D-6E8A-4147-A177-3AD203B41FA5}">
                      <a16:colId xmlns:a16="http://schemas.microsoft.com/office/drawing/2014/main" val="2203462354"/>
                    </a:ext>
                  </a:extLst>
                </a:gridCol>
              </a:tblGrid>
              <a:tr h="330971">
                <a:tc>
                  <a:txBody>
                    <a:bodyPr/>
                    <a:lstStyle/>
                    <a:p>
                      <a:pPr algn="ctr"/>
                      <a:r>
                        <a:rPr lang="en-US" sz="1400" b="1" dirty="0">
                          <a:solidFill>
                            <a:srgbClr val="005BB1"/>
                          </a:solidFill>
                          <a:latin typeface="Trebuchet MS" panose="020B0603020202020204" pitchFamily="34" charset="0"/>
                          <a:cs typeface="Arial" panose="020B0604020202020204" pitchFamily="34" charset="0"/>
                        </a:rPr>
                        <a:t>Academic Year</a:t>
                      </a:r>
                      <a:endParaRPr lang="en-IN" sz="1400" b="1" dirty="0">
                        <a:solidFill>
                          <a:srgbClr val="005BB1"/>
                        </a:solidFill>
                        <a:latin typeface="Trebuchet MS" panose="020B0603020202020204" pitchFamily="34" charset="0"/>
                        <a:cs typeface="Arial" panose="020B0604020202020204" pitchFamily="34" charset="0"/>
                      </a:endParaRPr>
                    </a:p>
                  </a:txBody>
                  <a:tcPr/>
                </a:tc>
                <a:tc>
                  <a:txBody>
                    <a:bodyPr/>
                    <a:lstStyle/>
                    <a:p>
                      <a:pPr algn="ctr"/>
                      <a:r>
                        <a:rPr lang="en-US" sz="1400" b="1" dirty="0">
                          <a:solidFill>
                            <a:srgbClr val="005BB1"/>
                          </a:solidFill>
                          <a:latin typeface="Trebuchet MS" panose="020B0603020202020204" pitchFamily="34" charset="0"/>
                          <a:cs typeface="Arial" panose="020B0604020202020204" pitchFamily="34" charset="0"/>
                        </a:rPr>
                        <a:t>No. of</a:t>
                      </a:r>
                      <a:r>
                        <a:rPr lang="en-US" sz="1400" b="1" baseline="0" dirty="0">
                          <a:solidFill>
                            <a:srgbClr val="005BB1"/>
                          </a:solidFill>
                          <a:latin typeface="Trebuchet MS" panose="020B0603020202020204" pitchFamily="34" charset="0"/>
                          <a:cs typeface="Arial" panose="020B0604020202020204" pitchFamily="34" charset="0"/>
                        </a:rPr>
                        <a:t> </a:t>
                      </a:r>
                      <a:r>
                        <a:rPr lang="en-US" sz="1400" b="1" dirty="0">
                          <a:solidFill>
                            <a:srgbClr val="005BB1"/>
                          </a:solidFill>
                          <a:latin typeface="Trebuchet MS" panose="020B0603020202020204" pitchFamily="34" charset="0"/>
                          <a:cs typeface="Arial" panose="020B0604020202020204" pitchFamily="34" charset="0"/>
                        </a:rPr>
                        <a:t>Feedback</a:t>
                      </a:r>
                      <a:r>
                        <a:rPr lang="en-US" sz="1400" b="1" baseline="0" dirty="0">
                          <a:solidFill>
                            <a:srgbClr val="005BB1"/>
                          </a:solidFill>
                          <a:latin typeface="Trebuchet MS" panose="020B0603020202020204" pitchFamily="34" charset="0"/>
                          <a:cs typeface="Arial" panose="020B0604020202020204" pitchFamily="34" charset="0"/>
                        </a:rPr>
                        <a:t> Received</a:t>
                      </a:r>
                      <a:endParaRPr lang="en-IN" sz="1400" b="1" dirty="0">
                        <a:solidFill>
                          <a:srgbClr val="005BB1"/>
                        </a:solidFill>
                        <a:latin typeface="Trebuchet MS" panose="020B0603020202020204" pitchFamily="34" charset="0"/>
                        <a:cs typeface="Arial" panose="020B0604020202020204" pitchFamily="34" charset="0"/>
                      </a:endParaRPr>
                    </a:p>
                  </a:txBody>
                  <a:tcPr/>
                </a:tc>
                <a:extLst>
                  <a:ext uri="{0D108BD9-81ED-4DB2-BD59-A6C34878D82A}">
                    <a16:rowId xmlns:a16="http://schemas.microsoft.com/office/drawing/2014/main" val="788891904"/>
                  </a:ext>
                </a:extLst>
              </a:tr>
              <a:tr h="221383">
                <a:tc>
                  <a:txBody>
                    <a:bodyPr/>
                    <a:lstStyle/>
                    <a:p>
                      <a:pPr algn="ctr"/>
                      <a:r>
                        <a:rPr lang="en-US" sz="1400" dirty="0">
                          <a:latin typeface="Trebuchet MS" panose="020B0603020202020204" pitchFamily="34" charset="0"/>
                          <a:cs typeface="Arial" panose="020B0604020202020204" pitchFamily="34" charset="0"/>
                        </a:rPr>
                        <a:t>2024 – 25</a:t>
                      </a:r>
                      <a:endParaRPr lang="en-IN" sz="1400" dirty="0">
                        <a:latin typeface="Trebuchet MS" panose="020B0603020202020204" pitchFamily="34" charset="0"/>
                        <a:cs typeface="Arial" panose="020B0604020202020204" pitchFamily="34" charset="0"/>
                      </a:endParaRPr>
                    </a:p>
                  </a:txBody>
                  <a:tcPr/>
                </a:tc>
                <a:tc>
                  <a:txBody>
                    <a:bodyPr/>
                    <a:lstStyle/>
                    <a:p>
                      <a:pPr algn="ctr"/>
                      <a:r>
                        <a:rPr lang="en-US" sz="1400" b="1" dirty="0">
                          <a:solidFill>
                            <a:srgbClr val="F2762A"/>
                          </a:solidFill>
                          <a:latin typeface="Trebuchet MS" panose="020B0603020202020204" pitchFamily="34" charset="0"/>
                          <a:cs typeface="Arial" panose="020B0604020202020204" pitchFamily="34" charset="0"/>
                        </a:rPr>
                        <a:t>1</a:t>
                      </a:r>
                      <a:r>
                        <a:rPr lang="en-IN" sz="1400" b="1" dirty="0">
                          <a:solidFill>
                            <a:srgbClr val="F2762A"/>
                          </a:solidFill>
                          <a:latin typeface="Trebuchet MS" panose="020B0603020202020204" pitchFamily="34" charset="0"/>
                          <a:cs typeface="Arial" panose="020B0604020202020204" pitchFamily="34" charset="0"/>
                        </a:rPr>
                        <a:t>00</a:t>
                      </a:r>
                    </a:p>
                  </a:txBody>
                  <a:tcPr/>
                </a:tc>
                <a:extLst>
                  <a:ext uri="{0D108BD9-81ED-4DB2-BD59-A6C34878D82A}">
                    <a16:rowId xmlns:a16="http://schemas.microsoft.com/office/drawing/2014/main" val="776919199"/>
                  </a:ext>
                </a:extLst>
              </a:tr>
              <a:tr h="221383">
                <a:tc>
                  <a:txBody>
                    <a:bodyPr/>
                    <a:lstStyle/>
                    <a:p>
                      <a:pPr algn="ctr"/>
                      <a:r>
                        <a:rPr lang="en-US" sz="1400" dirty="0">
                          <a:latin typeface="Trebuchet MS" panose="020B0603020202020204" pitchFamily="34" charset="0"/>
                          <a:cs typeface="Arial" panose="020B0604020202020204" pitchFamily="34" charset="0"/>
                        </a:rPr>
                        <a:t>2023 - 24</a:t>
                      </a:r>
                      <a:endParaRPr lang="en-IN" sz="1400" dirty="0">
                        <a:latin typeface="Trebuchet MS" panose="020B0603020202020204" pitchFamily="34" charset="0"/>
                        <a:cs typeface="Arial" panose="020B0604020202020204" pitchFamily="34" charset="0"/>
                      </a:endParaRPr>
                    </a:p>
                  </a:txBody>
                  <a:tcPr/>
                </a:tc>
                <a:tc>
                  <a:txBody>
                    <a:bodyPr/>
                    <a:lstStyle/>
                    <a:p>
                      <a:pPr algn="ctr"/>
                      <a:r>
                        <a:rPr lang="en-US" sz="1400" b="1" dirty="0">
                          <a:solidFill>
                            <a:srgbClr val="F2762A"/>
                          </a:solidFill>
                          <a:latin typeface="Trebuchet MS" panose="020B0603020202020204" pitchFamily="34" charset="0"/>
                          <a:cs typeface="Arial" panose="020B0604020202020204" pitchFamily="34" charset="0"/>
                        </a:rPr>
                        <a:t>6</a:t>
                      </a:r>
                      <a:r>
                        <a:rPr lang="en-IN" sz="1400" b="1" dirty="0">
                          <a:solidFill>
                            <a:srgbClr val="F2762A"/>
                          </a:solidFill>
                          <a:latin typeface="Trebuchet MS" panose="020B0603020202020204" pitchFamily="34" charset="0"/>
                          <a:cs typeface="Arial" panose="020B0604020202020204" pitchFamily="34" charset="0"/>
                        </a:rPr>
                        <a:t>0</a:t>
                      </a:r>
                    </a:p>
                  </a:txBody>
                  <a:tcPr/>
                </a:tc>
                <a:extLst>
                  <a:ext uri="{0D108BD9-81ED-4DB2-BD59-A6C34878D82A}">
                    <a16:rowId xmlns:a16="http://schemas.microsoft.com/office/drawing/2014/main" val="2353981832"/>
                  </a:ext>
                </a:extLst>
              </a:tr>
              <a:tr h="221383">
                <a:tc>
                  <a:txBody>
                    <a:bodyPr/>
                    <a:lstStyle/>
                    <a:p>
                      <a:pPr algn="ctr"/>
                      <a:r>
                        <a:rPr lang="en-US" sz="1400" dirty="0">
                          <a:latin typeface="Trebuchet MS" panose="020B0603020202020204" pitchFamily="34" charset="0"/>
                          <a:cs typeface="Arial" panose="020B0604020202020204" pitchFamily="34" charset="0"/>
                        </a:rPr>
                        <a:t>2022 – 23</a:t>
                      </a:r>
                      <a:endParaRPr lang="en-IN" sz="1400" dirty="0">
                        <a:latin typeface="Trebuchet MS" panose="020B0603020202020204" pitchFamily="34" charset="0"/>
                        <a:cs typeface="Arial" panose="020B0604020202020204" pitchFamily="34" charset="0"/>
                      </a:endParaRPr>
                    </a:p>
                  </a:txBody>
                  <a:tcPr/>
                </a:tc>
                <a:tc>
                  <a:txBody>
                    <a:bodyPr/>
                    <a:lstStyle/>
                    <a:p>
                      <a:pPr algn="ctr"/>
                      <a:r>
                        <a:rPr lang="en-US" sz="1400" b="1" dirty="0">
                          <a:solidFill>
                            <a:srgbClr val="F2762A"/>
                          </a:solidFill>
                          <a:latin typeface="Trebuchet MS" panose="020B0603020202020204" pitchFamily="34" charset="0"/>
                          <a:cs typeface="Arial" panose="020B0604020202020204" pitchFamily="34" charset="0"/>
                        </a:rPr>
                        <a:t>54</a:t>
                      </a:r>
                      <a:endParaRPr lang="en-IN" sz="1400" b="1" dirty="0">
                        <a:solidFill>
                          <a:srgbClr val="F2762A"/>
                        </a:solidFill>
                        <a:latin typeface="Trebuchet MS" panose="020B0603020202020204" pitchFamily="34" charset="0"/>
                        <a:cs typeface="Arial" panose="020B0604020202020204" pitchFamily="34" charset="0"/>
                      </a:endParaRPr>
                    </a:p>
                  </a:txBody>
                  <a:tcPr/>
                </a:tc>
                <a:extLst>
                  <a:ext uri="{0D108BD9-81ED-4DB2-BD59-A6C34878D82A}">
                    <a16:rowId xmlns:a16="http://schemas.microsoft.com/office/drawing/2014/main" val="3600540713"/>
                  </a:ext>
                </a:extLst>
              </a:tr>
            </a:tbl>
          </a:graphicData>
        </a:graphic>
      </p:graphicFrame>
      <p:sp>
        <p:nvSpPr>
          <p:cNvPr id="6" name="Rectangle 5">
            <a:extLst>
              <a:ext uri="{FF2B5EF4-FFF2-40B4-BE49-F238E27FC236}">
                <a16:creationId xmlns:a16="http://schemas.microsoft.com/office/drawing/2014/main" id="{38324454-1541-90D3-D82D-3878C705A51A}"/>
              </a:ext>
            </a:extLst>
          </p:cNvPr>
          <p:cNvSpPr/>
          <p:nvPr userDrawn="1"/>
        </p:nvSpPr>
        <p:spPr>
          <a:xfrm>
            <a:off x="949914" y="5183328"/>
            <a:ext cx="1468672" cy="646331"/>
          </a:xfrm>
          <a:prstGeom prst="rect">
            <a:avLst/>
          </a:prstGeom>
        </p:spPr>
        <p:txBody>
          <a:bodyPr wrap="none">
            <a:spAutoFit/>
          </a:bodyPr>
          <a:lstStyle/>
          <a:p>
            <a:r>
              <a:rPr lang="en-US" sz="1800" b="1" dirty="0">
                <a:solidFill>
                  <a:srgbClr val="F2762A"/>
                </a:solidFill>
                <a:latin typeface="Trebuchet MS" panose="020B0603020202020204" pitchFamily="34" charset="0"/>
                <a:cs typeface="Arial" panose="020B0604020202020204" pitchFamily="34" charset="0"/>
              </a:rPr>
              <a:t>Curriculum </a:t>
            </a:r>
          </a:p>
          <a:p>
            <a:r>
              <a:rPr lang="en-US" sz="1800" b="1" dirty="0">
                <a:solidFill>
                  <a:srgbClr val="F2762A"/>
                </a:solidFill>
                <a:latin typeface="Trebuchet MS" panose="020B0603020202020204" pitchFamily="34" charset="0"/>
                <a:cs typeface="Arial" panose="020B0604020202020204" pitchFamily="34" charset="0"/>
              </a:rPr>
              <a:t>Enrichment</a:t>
            </a:r>
            <a:endParaRPr lang="en-US" sz="1800" dirty="0">
              <a:solidFill>
                <a:srgbClr val="F2762A"/>
              </a:solidFill>
              <a:latin typeface="Trebuchet MS" panose="020B0603020202020204" pitchFamily="34" charset="0"/>
              <a:cs typeface="Arial" panose="020B0604020202020204" pitchFamily="34" charset="0"/>
            </a:endParaRPr>
          </a:p>
        </p:txBody>
      </p:sp>
    </p:spTree>
    <p:extLst>
      <p:ext uri="{BB962C8B-B14F-4D97-AF65-F5344CB8AC3E}">
        <p14:creationId xmlns:p14="http://schemas.microsoft.com/office/powerpoint/2010/main" val="32704300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74813" y="1555216"/>
            <a:ext cx="5472026" cy="4563319"/>
          </a:xfrm>
        </p:spPr>
        <p:txBody>
          <a:bodyPr>
            <a:normAutofit/>
          </a:bodyPr>
          <a:lstStyle>
            <a:lvl1pPr>
              <a:defRPr sz="2400">
                <a:latin typeface="Trebuchet MS" panose="020B0603020202020204" pitchFamily="34" charset="0"/>
                <a:cs typeface="Arial" panose="020B0604020202020204" pitchFamily="34" charset="0"/>
              </a:defRPr>
            </a:lvl1pPr>
            <a:lvl2pPr>
              <a:defRPr sz="2000">
                <a:latin typeface="Trebuchet MS" panose="020B0603020202020204" pitchFamily="34" charset="0"/>
                <a:cs typeface="Arial" panose="020B0604020202020204" pitchFamily="34" charset="0"/>
              </a:defRPr>
            </a:lvl2pPr>
            <a:lvl3pPr>
              <a:defRPr sz="1800">
                <a:latin typeface="Trebuchet MS" panose="020B0603020202020204" pitchFamily="34" charset="0"/>
                <a:cs typeface="Arial" panose="020B0604020202020204" pitchFamily="34" charset="0"/>
              </a:defRPr>
            </a:lvl3pPr>
            <a:lvl4pPr>
              <a:defRPr sz="1600">
                <a:latin typeface="Trebuchet MS" panose="020B0603020202020204" pitchFamily="34" charset="0"/>
                <a:cs typeface="Arial" panose="020B0604020202020204" pitchFamily="34" charset="0"/>
              </a:defRPr>
            </a:lvl4pPr>
            <a:lvl5pPr>
              <a:defRPr sz="1600">
                <a:latin typeface="Trebuchet MS" panose="020B0603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6249173" y="1549857"/>
            <a:ext cx="5480711" cy="4563319"/>
          </a:xfrm>
        </p:spPr>
        <p:txBody>
          <a:bodyPr>
            <a:normAutofit/>
          </a:bodyPr>
          <a:lstStyle>
            <a:lvl1pPr>
              <a:defRPr sz="2400">
                <a:latin typeface="Trebuchet MS" panose="020B0603020202020204" pitchFamily="34" charset="0"/>
                <a:cs typeface="Arial" panose="020B0604020202020204" pitchFamily="34" charset="0"/>
              </a:defRPr>
            </a:lvl1pPr>
            <a:lvl2pPr>
              <a:defRPr sz="2000">
                <a:latin typeface="Trebuchet MS" panose="020B0603020202020204" pitchFamily="34" charset="0"/>
                <a:cs typeface="Arial" panose="020B0604020202020204" pitchFamily="34" charset="0"/>
              </a:defRPr>
            </a:lvl2pPr>
            <a:lvl3pPr>
              <a:defRPr sz="1800">
                <a:latin typeface="Trebuchet MS" panose="020B0603020202020204" pitchFamily="34" charset="0"/>
                <a:cs typeface="Arial" panose="020B0604020202020204" pitchFamily="34" charset="0"/>
              </a:defRPr>
            </a:lvl3pPr>
            <a:lvl4pPr>
              <a:defRPr sz="1600">
                <a:latin typeface="Trebuchet MS" panose="020B0603020202020204" pitchFamily="34" charset="0"/>
                <a:cs typeface="Arial" panose="020B0604020202020204" pitchFamily="34" charset="0"/>
              </a:defRPr>
            </a:lvl4pPr>
            <a:lvl5pPr>
              <a:defRPr sz="1600">
                <a:latin typeface="Trebuchet MS" panose="020B0603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4"/>
          <p:cNvSpPr>
            <a:spLocks noGrp="1"/>
          </p:cNvSpPr>
          <p:nvPr>
            <p:ph type="dt" sz="half" idx="10"/>
          </p:nvPr>
        </p:nvSpPr>
        <p:spPr>
          <a:xfrm>
            <a:off x="567626" y="6335387"/>
            <a:ext cx="2743200" cy="365125"/>
          </a:xfrm>
        </p:spPr>
        <p:txBody>
          <a:bodyPr/>
          <a:lstStyle>
            <a:lvl1pPr>
              <a:defRPr>
                <a:latin typeface="Trebuchet MS" panose="020B0603020202020204" pitchFamily="34" charset="0"/>
              </a:defRPr>
            </a:lvl1pPr>
          </a:lstStyle>
          <a:p>
            <a:endParaRPr lang="en-IN" dirty="0"/>
          </a:p>
        </p:txBody>
      </p:sp>
      <p:sp>
        <p:nvSpPr>
          <p:cNvPr id="6" name="Footer Placeholder 5"/>
          <p:cNvSpPr>
            <a:spLocks noGrp="1"/>
          </p:cNvSpPr>
          <p:nvPr>
            <p:ph type="ftr" sz="quarter" idx="11"/>
          </p:nvPr>
        </p:nvSpPr>
        <p:spPr/>
        <p:txBody>
          <a:bodyPr/>
          <a:lstStyle>
            <a:lvl1pPr>
              <a:defRPr>
                <a:latin typeface="Trebuchet MS" panose="020B0603020202020204" pitchFamily="34" charset="0"/>
              </a:defRPr>
            </a:lvl1pPr>
          </a:lstStyle>
          <a:p>
            <a:endParaRPr lang="en-IN"/>
          </a:p>
        </p:txBody>
      </p:sp>
      <p:sp>
        <p:nvSpPr>
          <p:cNvPr id="13" name="Title 1"/>
          <p:cNvSpPr>
            <a:spLocks noGrp="1"/>
          </p:cNvSpPr>
          <p:nvPr>
            <p:ph type="title" hasCustomPrompt="1"/>
          </p:nvPr>
        </p:nvSpPr>
        <p:spPr>
          <a:xfrm>
            <a:off x="574813" y="550216"/>
            <a:ext cx="9414013" cy="765995"/>
          </a:xfrm>
        </p:spPr>
        <p:txBody>
          <a:bodyPr>
            <a:normAutofit/>
          </a:bodyPr>
          <a:lstStyle>
            <a:lvl1pPr>
              <a:defRPr sz="3200">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Click to add Master title style</a:t>
            </a:r>
            <a:endParaRPr lang="en-IN" dirty="0"/>
          </a:p>
        </p:txBody>
      </p:sp>
      <p:pic>
        <p:nvPicPr>
          <p:cNvPr id="15" name="Picture 14"/>
          <p:cNvPicPr>
            <a:picLocks noChangeAspect="1"/>
          </p:cNvPicPr>
          <p:nvPr userDrawn="1"/>
        </p:nvPicPr>
        <p:blipFill rotWithShape="1">
          <a:blip r:embed="rId2"/>
          <a:srcRect t="4364" r="2963" b="-1"/>
          <a:stretch/>
        </p:blipFill>
        <p:spPr>
          <a:xfrm>
            <a:off x="9988826" y="14151"/>
            <a:ext cx="2203174" cy="1514041"/>
          </a:xfrm>
          <a:prstGeom prst="rect">
            <a:avLst/>
          </a:prstGeom>
        </p:spPr>
      </p:pic>
      <p:pic>
        <p:nvPicPr>
          <p:cNvPr id="16" name="Picture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pic>
        <p:nvPicPr>
          <p:cNvPr id="18" name="Picture 17"/>
          <p:cNvPicPr>
            <a:picLocks noChangeAspect="1"/>
          </p:cNvPicPr>
          <p:nvPr userDrawn="1"/>
        </p:nvPicPr>
        <p:blipFill>
          <a:blip r:embed="rId4"/>
          <a:stretch>
            <a:fillRect/>
          </a:stretch>
        </p:blipFill>
        <p:spPr>
          <a:xfrm>
            <a:off x="11511280" y="6136808"/>
            <a:ext cx="680720" cy="584667"/>
          </a:xfrm>
          <a:prstGeom prst="rect">
            <a:avLst/>
          </a:prstGeom>
        </p:spPr>
      </p:pic>
      <p:pic>
        <p:nvPicPr>
          <p:cNvPr id="20" name="Picture 19">
            <a:extLst>
              <a:ext uri="{FF2B5EF4-FFF2-40B4-BE49-F238E27FC236}">
                <a16:creationId xmlns:a16="http://schemas.microsoft.com/office/drawing/2014/main" id="{67D7F617-22AE-45E1-B868-6BCDD9387FF4}"/>
              </a:ext>
            </a:extLst>
          </p:cNvPr>
          <p:cNvPicPr>
            <a:picLocks noChangeAspect="1"/>
          </p:cNvPicPr>
          <p:nvPr userDrawn="1"/>
        </p:nvPicPr>
        <p:blipFill>
          <a:blip r:embed="rId5"/>
          <a:stretch>
            <a:fillRect/>
          </a:stretch>
        </p:blipFill>
        <p:spPr>
          <a:xfrm>
            <a:off x="0" y="-11976"/>
            <a:ext cx="3544389" cy="266366"/>
          </a:xfrm>
          <a:prstGeom prst="rect">
            <a:avLst/>
          </a:prstGeom>
        </p:spPr>
      </p:pic>
      <p:sp>
        <p:nvSpPr>
          <p:cNvPr id="21" name="Rectangle 20">
            <a:extLst>
              <a:ext uri="{FF2B5EF4-FFF2-40B4-BE49-F238E27FC236}">
                <a16:creationId xmlns:a16="http://schemas.microsoft.com/office/drawing/2014/main" id="{3515DC45-FFC2-4242-AAD1-C20D321863E9}"/>
              </a:ext>
            </a:extLst>
          </p:cNvPr>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Slide Number Placeholder 5">
            <a:extLst>
              <a:ext uri="{FF2B5EF4-FFF2-40B4-BE49-F238E27FC236}">
                <a16:creationId xmlns:a16="http://schemas.microsoft.com/office/drawing/2014/main" id="{D2FC8B40-DFEC-47A6-ADB6-961A308CFA6F}"/>
              </a:ext>
            </a:extLst>
          </p:cNvPr>
          <p:cNvSpPr>
            <a:spLocks noGrp="1"/>
          </p:cNvSpPr>
          <p:nvPr>
            <p:ph type="sldNum" sz="quarter" idx="12"/>
          </p:nvPr>
        </p:nvSpPr>
        <p:spPr>
          <a:xfrm>
            <a:off x="11663680" y="6350000"/>
            <a:ext cx="503158" cy="350512"/>
          </a:xfrm>
        </p:spPr>
        <p:txBody>
          <a:bodyPr/>
          <a:lstStyle>
            <a:lvl1pPr>
              <a:defRPr b="1">
                <a:solidFill>
                  <a:schemeClr val="bg1"/>
                </a:solidFill>
              </a:defRPr>
            </a:lvl1pPr>
          </a:lstStyle>
          <a:p>
            <a:fld id="{ED0A4932-3B2E-45C6-B621-E5DE29EAC2DE}" type="slidenum">
              <a:rPr lang="en-IN" smtClean="0"/>
              <a:pPr/>
              <a:t>‹#›</a:t>
            </a:fld>
            <a:endParaRPr lang="en-IN"/>
          </a:p>
        </p:txBody>
      </p:sp>
    </p:spTree>
    <p:extLst>
      <p:ext uri="{BB962C8B-B14F-4D97-AF65-F5344CB8AC3E}">
        <p14:creationId xmlns:p14="http://schemas.microsoft.com/office/powerpoint/2010/main" val="32331595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45" name="Rectangle 44"/>
          <p:cNvSpPr/>
          <p:nvPr userDrawn="1"/>
        </p:nvSpPr>
        <p:spPr>
          <a:xfrm>
            <a:off x="0" y="4556034"/>
            <a:ext cx="12192000" cy="2175600"/>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itle 1"/>
          <p:cNvSpPr>
            <a:spLocks noGrp="1"/>
          </p:cNvSpPr>
          <p:nvPr>
            <p:ph type="title"/>
          </p:nvPr>
        </p:nvSpPr>
        <p:spPr>
          <a:xfrm>
            <a:off x="439064" y="1707178"/>
            <a:ext cx="11313872" cy="765995"/>
          </a:xfrm>
        </p:spPr>
        <p:txBody>
          <a:bodyPr>
            <a:normAutofit/>
          </a:bodyPr>
          <a:lstStyle>
            <a:lvl1pPr algn="ctr">
              <a:defRPr sz="4400" b="1" baseline="0">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endParaRPr lang="en-IN" dirty="0"/>
          </a:p>
        </p:txBody>
      </p:sp>
      <p:sp>
        <p:nvSpPr>
          <p:cNvPr id="48" name="Rectangle 47"/>
          <p:cNvSpPr/>
          <p:nvPr userDrawn="1"/>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Subtitle 2"/>
          <p:cNvSpPr txBox="1">
            <a:spLocks/>
          </p:cNvSpPr>
          <p:nvPr userDrawn="1"/>
        </p:nvSpPr>
        <p:spPr>
          <a:xfrm>
            <a:off x="1971368" y="4748566"/>
            <a:ext cx="8249264" cy="135371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2800" b="1" dirty="0">
                <a:solidFill>
                  <a:schemeClr val="bg1"/>
                </a:solidFill>
              </a:rPr>
              <a:t>K.S.RANGASAMY</a:t>
            </a:r>
            <a:r>
              <a:rPr lang="en-US" sz="2800" b="1" baseline="0" dirty="0">
                <a:solidFill>
                  <a:schemeClr val="bg1"/>
                </a:solidFill>
              </a:rPr>
              <a:t> COLLEGE OF TECHNOLOGY </a:t>
            </a:r>
          </a:p>
          <a:p>
            <a:pPr algn="ctr"/>
            <a:r>
              <a:rPr lang="en-US" sz="1600" b="1" baseline="0" dirty="0">
                <a:solidFill>
                  <a:schemeClr val="bg1"/>
                </a:solidFill>
              </a:rPr>
              <a:t>(Autonomous)</a:t>
            </a:r>
          </a:p>
          <a:p>
            <a:pPr algn="ctr"/>
            <a:r>
              <a:rPr lang="en-US" sz="1600" b="1" baseline="0" dirty="0">
                <a:solidFill>
                  <a:schemeClr val="bg1"/>
                </a:solidFill>
              </a:rPr>
              <a:t>Tiruchengode – 637 215. </a:t>
            </a:r>
            <a:r>
              <a:rPr lang="en-US" sz="1600" b="1" baseline="0" dirty="0" err="1">
                <a:solidFill>
                  <a:schemeClr val="bg1"/>
                </a:solidFill>
              </a:rPr>
              <a:t>Namakkal</a:t>
            </a:r>
            <a:r>
              <a:rPr lang="en-US" sz="1600" b="1" baseline="0" dirty="0">
                <a:solidFill>
                  <a:schemeClr val="bg1"/>
                </a:solidFill>
              </a:rPr>
              <a:t> Dt. Tamil Nadu. India</a:t>
            </a:r>
            <a:endParaRPr lang="en-IN" sz="1600" b="1" dirty="0">
              <a:solidFill>
                <a:schemeClr val="bg1"/>
              </a:solidFill>
            </a:endParaRPr>
          </a:p>
        </p:txBody>
      </p:sp>
      <p:sp>
        <p:nvSpPr>
          <p:cNvPr id="51" name="Subtitle 2"/>
          <p:cNvSpPr txBox="1">
            <a:spLocks/>
          </p:cNvSpPr>
          <p:nvPr userDrawn="1"/>
        </p:nvSpPr>
        <p:spPr>
          <a:xfrm>
            <a:off x="451408" y="6173547"/>
            <a:ext cx="1813963" cy="31977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0" dirty="0">
                <a:solidFill>
                  <a:schemeClr val="bg1"/>
                </a:solidFill>
              </a:rPr>
              <a:t>www.ksrct.ac.in</a:t>
            </a:r>
            <a:endParaRPr lang="en-IN" sz="1600" b="0" dirty="0">
              <a:solidFill>
                <a:schemeClr val="bg1"/>
              </a:solidFill>
            </a:endParaRPr>
          </a:p>
        </p:txBody>
      </p:sp>
      <p:sp>
        <p:nvSpPr>
          <p:cNvPr id="52" name="Subtitle 2"/>
          <p:cNvSpPr txBox="1">
            <a:spLocks/>
          </p:cNvSpPr>
          <p:nvPr userDrawn="1"/>
        </p:nvSpPr>
        <p:spPr>
          <a:xfrm>
            <a:off x="10717161" y="6182938"/>
            <a:ext cx="1283021" cy="40201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0" dirty="0">
                <a:solidFill>
                  <a:schemeClr val="bg1"/>
                </a:solidFill>
              </a:rPr>
              <a:t>/ksrct1994</a:t>
            </a:r>
            <a:endParaRPr lang="en-IN" sz="1600" b="0" dirty="0">
              <a:solidFill>
                <a:schemeClr val="bg1"/>
              </a:solidFill>
            </a:endParaRPr>
          </a:p>
        </p:txBody>
      </p:sp>
      <p:pic>
        <p:nvPicPr>
          <p:cNvPr id="53" name="Picture 5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45201" y="6197233"/>
            <a:ext cx="1282035" cy="272404"/>
          </a:xfrm>
          <a:prstGeom prst="rect">
            <a:avLst/>
          </a:prstGeom>
        </p:spPr>
      </p:pic>
      <p:pic>
        <p:nvPicPr>
          <p:cNvPr id="55" name="Picture 54"/>
          <p:cNvPicPr>
            <a:picLocks noChangeAspect="1"/>
          </p:cNvPicPr>
          <p:nvPr userDrawn="1"/>
        </p:nvPicPr>
        <p:blipFill rotWithShape="1">
          <a:blip r:embed="rId3">
            <a:extLst>
              <a:ext uri="{28A0092B-C50C-407E-A947-70E740481C1C}">
                <a14:useLocalDpi xmlns:a14="http://schemas.microsoft.com/office/drawing/2010/main" val="0"/>
              </a:ext>
            </a:extLst>
          </a:blip>
          <a:srcRect l="26756" r="26334" b="50687"/>
          <a:stretch/>
        </p:blipFill>
        <p:spPr>
          <a:xfrm>
            <a:off x="5399226" y="3086079"/>
            <a:ext cx="1393548" cy="1254898"/>
          </a:xfrm>
          <a:prstGeom prst="rect">
            <a:avLst/>
          </a:prstGeom>
        </p:spPr>
      </p:pic>
      <p:pic>
        <p:nvPicPr>
          <p:cNvPr id="57" name="Picture 56"/>
          <p:cNvPicPr>
            <a:picLocks noChangeAspect="1"/>
          </p:cNvPicPr>
          <p:nvPr userDrawn="1"/>
        </p:nvPicPr>
        <p:blipFill rotWithShape="1">
          <a:blip r:embed="rId4" cstate="print">
            <a:extLst>
              <a:ext uri="{28A0092B-C50C-407E-A947-70E740481C1C}">
                <a14:useLocalDpi xmlns:a14="http://schemas.microsoft.com/office/drawing/2010/main" val="0"/>
              </a:ext>
            </a:extLst>
          </a:blip>
          <a:srcRect t="69104"/>
          <a:stretch/>
        </p:blipFill>
        <p:spPr>
          <a:xfrm flipV="1">
            <a:off x="10735934" y="522077"/>
            <a:ext cx="771302" cy="461791"/>
          </a:xfrm>
          <a:prstGeom prst="rect">
            <a:avLst/>
          </a:prstGeom>
        </p:spPr>
      </p:pic>
      <p:pic>
        <p:nvPicPr>
          <p:cNvPr id="12" name="Picture 11">
            <a:extLst>
              <a:ext uri="{FF2B5EF4-FFF2-40B4-BE49-F238E27FC236}">
                <a16:creationId xmlns:a16="http://schemas.microsoft.com/office/drawing/2014/main" id="{7AEBA141-EE25-46E3-8F08-D8BF5D4F33FF}"/>
              </a:ext>
            </a:extLst>
          </p:cNvPr>
          <p:cNvPicPr>
            <a:picLocks noChangeAspect="1"/>
          </p:cNvPicPr>
          <p:nvPr userDrawn="1"/>
        </p:nvPicPr>
        <p:blipFill>
          <a:blip r:embed="rId5"/>
          <a:stretch>
            <a:fillRect/>
          </a:stretch>
        </p:blipFill>
        <p:spPr>
          <a:xfrm>
            <a:off x="0" y="-11976"/>
            <a:ext cx="3544389" cy="266366"/>
          </a:xfrm>
          <a:prstGeom prst="rect">
            <a:avLst/>
          </a:prstGeom>
        </p:spPr>
      </p:pic>
    </p:spTree>
    <p:extLst>
      <p:ext uri="{BB962C8B-B14F-4D97-AF65-F5344CB8AC3E}">
        <p14:creationId xmlns:p14="http://schemas.microsoft.com/office/powerpoint/2010/main" val="3005127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8_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4813" y="550216"/>
            <a:ext cx="9414013" cy="765995"/>
          </a:xfrm>
        </p:spPr>
        <p:txBody>
          <a:bodyPr>
            <a:normAutofit/>
          </a:bodyPr>
          <a:lstStyle>
            <a:lvl1pPr>
              <a:defRPr sz="3000" b="1">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Click to add Master title style</a:t>
            </a:r>
            <a:endParaRPr lang="en-IN" dirty="0"/>
          </a:p>
        </p:txBody>
      </p:sp>
      <p:sp>
        <p:nvSpPr>
          <p:cNvPr id="3" name="Content Placeholder 2"/>
          <p:cNvSpPr>
            <a:spLocks noGrp="1"/>
          </p:cNvSpPr>
          <p:nvPr>
            <p:ph idx="1"/>
          </p:nvPr>
        </p:nvSpPr>
        <p:spPr>
          <a:xfrm>
            <a:off x="574812" y="1726770"/>
            <a:ext cx="10936467" cy="4396635"/>
          </a:xfrm>
        </p:spPr>
        <p:txBody>
          <a:bodyPr>
            <a:normAutofit/>
          </a:bodyPr>
          <a:lstStyle>
            <a:lvl1pPr>
              <a:lnSpc>
                <a:spcPts val="2880"/>
              </a:lnSpc>
              <a:defRPr sz="2400">
                <a:latin typeface="Trebuchet MS" panose="020B0603020202020204" pitchFamily="34" charset="0"/>
                <a:ea typeface="Tahoma" panose="020B0604030504040204" pitchFamily="34" charset="0"/>
                <a:cs typeface="Tahoma" panose="020B0604030504040204" pitchFamily="34" charset="0"/>
              </a:defRPr>
            </a:lvl1pPr>
            <a:lvl2pPr>
              <a:lnSpc>
                <a:spcPts val="2880"/>
              </a:lnSpc>
              <a:defRPr sz="2000">
                <a:latin typeface="Trebuchet MS" panose="020B0603020202020204" pitchFamily="34" charset="0"/>
                <a:ea typeface="Tahoma" panose="020B0604030504040204" pitchFamily="34" charset="0"/>
                <a:cs typeface="Tahoma" panose="020B0604030504040204" pitchFamily="34" charset="0"/>
              </a:defRPr>
            </a:lvl2pPr>
            <a:lvl3pPr>
              <a:lnSpc>
                <a:spcPts val="2880"/>
              </a:lnSpc>
              <a:defRPr sz="1800">
                <a:latin typeface="Trebuchet MS" panose="020B0603020202020204" pitchFamily="34" charset="0"/>
                <a:ea typeface="Tahoma" panose="020B0604030504040204" pitchFamily="34" charset="0"/>
                <a:cs typeface="Tahoma" panose="020B0604030504040204" pitchFamily="34" charset="0"/>
              </a:defRPr>
            </a:lvl3pPr>
            <a:lvl4pPr>
              <a:lnSpc>
                <a:spcPts val="2880"/>
              </a:lnSpc>
              <a:defRPr sz="1600">
                <a:latin typeface="Trebuchet MS" panose="020B0603020202020204" pitchFamily="34" charset="0"/>
                <a:ea typeface="Tahoma" panose="020B0604030504040204" pitchFamily="34" charset="0"/>
                <a:cs typeface="Tahoma" panose="020B0604030504040204" pitchFamily="34" charset="0"/>
              </a:defRPr>
            </a:lvl4pPr>
            <a:lvl5pPr>
              <a:lnSpc>
                <a:spcPts val="2880"/>
              </a:lnSpc>
              <a:defRPr sz="1600">
                <a:latin typeface="Trebuchet MS" panose="020B060302020202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27" name="Picture 26"/>
          <p:cNvPicPr>
            <a:picLocks noChangeAspect="1"/>
          </p:cNvPicPr>
          <p:nvPr userDrawn="1"/>
        </p:nvPicPr>
        <p:blipFill rotWithShape="1">
          <a:blip r:embed="rId2"/>
          <a:srcRect t="4364" r="2963" b="-1"/>
          <a:stretch/>
        </p:blipFill>
        <p:spPr>
          <a:xfrm>
            <a:off x="9988826" y="14151"/>
            <a:ext cx="2203174" cy="1514041"/>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sp>
        <p:nvSpPr>
          <p:cNvPr id="29" name="Rectangle 28"/>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Picture 29"/>
          <p:cNvPicPr>
            <a:picLocks noChangeAspect="1"/>
          </p:cNvPicPr>
          <p:nvPr userDrawn="1"/>
        </p:nvPicPr>
        <p:blipFill>
          <a:blip r:embed="rId4"/>
          <a:stretch>
            <a:fillRect/>
          </a:stretch>
        </p:blipFill>
        <p:spPr>
          <a:xfrm>
            <a:off x="11511280" y="6136808"/>
            <a:ext cx="680720" cy="584667"/>
          </a:xfrm>
          <a:prstGeom prst="rect">
            <a:avLst/>
          </a:prstGeom>
        </p:spPr>
      </p:pic>
      <p:sp>
        <p:nvSpPr>
          <p:cNvPr id="31" name="Rounded Rectangle 30"/>
          <p:cNvSpPr/>
          <p:nvPr userDrawn="1"/>
        </p:nvSpPr>
        <p:spPr>
          <a:xfrm>
            <a:off x="698500" y="1349372"/>
            <a:ext cx="906463" cy="54603"/>
          </a:xfrm>
          <a:prstGeom prst="roundRect">
            <a:avLst>
              <a:gd name="adj" fmla="val 50000"/>
            </a:avLst>
          </a:prstGeom>
          <a:solidFill>
            <a:srgbClr val="A9AA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2ACA9FEA-5CEE-4F7A-A457-1CCAE5DF7043}"/>
              </a:ext>
            </a:extLst>
          </p:cNvPr>
          <p:cNvPicPr>
            <a:picLocks noChangeAspect="1"/>
          </p:cNvPicPr>
          <p:nvPr userDrawn="1"/>
        </p:nvPicPr>
        <p:blipFill>
          <a:blip r:embed="rId5"/>
          <a:stretch>
            <a:fillRect/>
          </a:stretch>
        </p:blipFill>
        <p:spPr>
          <a:xfrm>
            <a:off x="0" y="-11976"/>
            <a:ext cx="3544389" cy="266366"/>
          </a:xfrm>
          <a:prstGeom prst="rect">
            <a:avLst/>
          </a:prstGeom>
        </p:spPr>
      </p:pic>
      <p:sp>
        <p:nvSpPr>
          <p:cNvPr id="14" name="Slide Number Placeholder 5">
            <a:extLst>
              <a:ext uri="{FF2B5EF4-FFF2-40B4-BE49-F238E27FC236}">
                <a16:creationId xmlns:a16="http://schemas.microsoft.com/office/drawing/2014/main" id="{237B0786-1107-4794-B9A1-D62C76F8F8E2}"/>
              </a:ext>
            </a:extLst>
          </p:cNvPr>
          <p:cNvSpPr>
            <a:spLocks noGrp="1"/>
          </p:cNvSpPr>
          <p:nvPr>
            <p:ph type="sldNum" sz="quarter" idx="12"/>
          </p:nvPr>
        </p:nvSpPr>
        <p:spPr>
          <a:xfrm>
            <a:off x="11663680" y="6350000"/>
            <a:ext cx="503158" cy="350512"/>
          </a:xfrm>
        </p:spPr>
        <p:txBody>
          <a:bodyPr/>
          <a:lstStyle>
            <a:lvl1pPr>
              <a:defRPr sz="1400" b="1">
                <a:solidFill>
                  <a:schemeClr val="bg1"/>
                </a:solidFill>
              </a:defRPr>
            </a:lvl1pPr>
          </a:lstStyle>
          <a:p>
            <a:fld id="{ED0A4932-3B2E-45C6-B621-E5DE29EAC2DE}" type="slidenum">
              <a:rPr lang="en-IN" smtClean="0"/>
              <a:pPr/>
              <a:t>‹#›</a:t>
            </a:fld>
            <a:endParaRPr lang="en-IN" dirty="0"/>
          </a:p>
        </p:txBody>
      </p:sp>
      <p:sp>
        <p:nvSpPr>
          <p:cNvPr id="15" name="Date Placeholder 4">
            <a:extLst>
              <a:ext uri="{FF2B5EF4-FFF2-40B4-BE49-F238E27FC236}">
                <a16:creationId xmlns:a16="http://schemas.microsoft.com/office/drawing/2014/main" id="{A89405C6-6DC8-4382-BC34-8D5DFB1792EA}"/>
              </a:ext>
            </a:extLst>
          </p:cNvPr>
          <p:cNvSpPr>
            <a:spLocks noGrp="1"/>
          </p:cNvSpPr>
          <p:nvPr>
            <p:ph type="dt" sz="half" idx="10"/>
          </p:nvPr>
        </p:nvSpPr>
        <p:spPr>
          <a:xfrm>
            <a:off x="567626" y="6335387"/>
            <a:ext cx="2743200" cy="365125"/>
          </a:xfrm>
        </p:spPr>
        <p:txBody>
          <a:bodyPr/>
          <a:lstStyle>
            <a:lvl1pPr>
              <a:defRPr>
                <a:latin typeface="Trebuchet MS" panose="020B0603020202020204" pitchFamily="34" charset="0"/>
              </a:defRPr>
            </a:lvl1pPr>
          </a:lstStyle>
          <a:p>
            <a:endParaRPr lang="en-IN" dirty="0"/>
          </a:p>
        </p:txBody>
      </p:sp>
      <p:sp>
        <p:nvSpPr>
          <p:cNvPr id="16" name="Footer Placeholder 5">
            <a:extLst>
              <a:ext uri="{FF2B5EF4-FFF2-40B4-BE49-F238E27FC236}">
                <a16:creationId xmlns:a16="http://schemas.microsoft.com/office/drawing/2014/main" id="{99538A48-E6DB-463C-8094-5B83EB630EFD}"/>
              </a:ext>
            </a:extLst>
          </p:cNvPr>
          <p:cNvSpPr>
            <a:spLocks noGrp="1"/>
          </p:cNvSpPr>
          <p:nvPr>
            <p:ph type="ftr" sz="quarter" idx="11"/>
          </p:nvPr>
        </p:nvSpPr>
        <p:spPr>
          <a:xfrm>
            <a:off x="4038600" y="6356350"/>
            <a:ext cx="4114800" cy="365125"/>
          </a:xfrm>
        </p:spPr>
        <p:txBody>
          <a:bodyPr/>
          <a:lstStyle>
            <a:lvl1pPr>
              <a:defRPr>
                <a:latin typeface="Trebuchet MS" panose="020B0603020202020204" pitchFamily="34" charset="0"/>
              </a:defRPr>
            </a:lvl1pPr>
          </a:lstStyle>
          <a:p>
            <a:endParaRPr lang="en-IN"/>
          </a:p>
        </p:txBody>
      </p:sp>
    </p:spTree>
    <p:extLst>
      <p:ext uri="{BB962C8B-B14F-4D97-AF65-F5344CB8AC3E}">
        <p14:creationId xmlns:p14="http://schemas.microsoft.com/office/powerpoint/2010/main" val="190789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0A4932-3B2E-45C6-B621-E5DE29EAC2DE}" type="slidenum">
              <a:rPr lang="en-IN" smtClean="0"/>
              <a:t>‹#›</a:t>
            </a:fld>
            <a:endParaRPr lang="en-IN" dirty="0"/>
          </a:p>
        </p:txBody>
      </p:sp>
    </p:spTree>
    <p:extLst>
      <p:ext uri="{BB962C8B-B14F-4D97-AF65-F5344CB8AC3E}">
        <p14:creationId xmlns:p14="http://schemas.microsoft.com/office/powerpoint/2010/main" val="2857973810"/>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55" r:id="rId7"/>
    <p:sldLayoutId id="2147483650" r:id="rId8"/>
    <p:sldLayoutId id="2147483664" r:id="rId9"/>
    <p:sldLayoutId id="2147483665" r:id="rId10"/>
    <p:sldLayoutId id="2147483663" r:id="rId11"/>
    <p:sldLayoutId id="2147483652" r:id="rId12"/>
    <p:sldLayoutId id="2147483654" r:id="rId13"/>
    <p:sldLayoutId id="2147483666"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C7C71A74-EC5E-44D9-8C40-3FCCA0C28858}"/>
              </a:ext>
            </a:extLst>
          </p:cNvPr>
          <p:cNvSpPr>
            <a:spLocks noGrp="1"/>
          </p:cNvSpPr>
          <p:nvPr>
            <p:ph type="ctrTitle"/>
          </p:nvPr>
        </p:nvSpPr>
        <p:spPr/>
        <p:txBody>
          <a:bodyPr/>
          <a:lstStyle/>
          <a:p>
            <a:r>
              <a:rPr lang="en-US" dirty="0"/>
              <a:t>SMART CITY ANALYSIS DASHBOARD</a:t>
            </a:r>
          </a:p>
        </p:txBody>
      </p:sp>
      <p:sp>
        <p:nvSpPr>
          <p:cNvPr id="19" name="Text Placeholder 18">
            <a:extLst>
              <a:ext uri="{FF2B5EF4-FFF2-40B4-BE49-F238E27FC236}">
                <a16:creationId xmlns:a16="http://schemas.microsoft.com/office/drawing/2014/main" id="{F3B2D788-55F8-4D77-BCDE-D60BEF136A8D}"/>
              </a:ext>
            </a:extLst>
          </p:cNvPr>
          <p:cNvSpPr>
            <a:spLocks noGrp="1"/>
          </p:cNvSpPr>
          <p:nvPr>
            <p:ph type="body" sz="quarter" idx="15"/>
          </p:nvPr>
        </p:nvSpPr>
        <p:spPr/>
        <p:txBody>
          <a:bodyPr/>
          <a:lstStyle/>
          <a:p>
            <a:r>
              <a:rPr lang="en-US" dirty="0"/>
              <a:t>09/12/2025</a:t>
            </a:r>
          </a:p>
        </p:txBody>
      </p:sp>
      <p:sp>
        <p:nvSpPr>
          <p:cNvPr id="15" name="Subtitle 14">
            <a:extLst>
              <a:ext uri="{FF2B5EF4-FFF2-40B4-BE49-F238E27FC236}">
                <a16:creationId xmlns:a16="http://schemas.microsoft.com/office/drawing/2014/main" id="{407D5186-5698-4CDD-BD44-E4EE4D17D21E}"/>
              </a:ext>
            </a:extLst>
          </p:cNvPr>
          <p:cNvSpPr>
            <a:spLocks noGrp="1"/>
          </p:cNvSpPr>
          <p:nvPr>
            <p:ph type="subTitle" idx="1"/>
          </p:nvPr>
        </p:nvSpPr>
        <p:spPr>
          <a:xfrm>
            <a:off x="424330" y="2148840"/>
            <a:ext cx="6808807" cy="1944582"/>
          </a:xfrm>
        </p:spPr>
        <p:txBody>
          <a:bodyPr>
            <a:normAutofit/>
          </a:bodyPr>
          <a:lstStyle/>
          <a:p>
            <a:r>
              <a:rPr lang="en-US" dirty="0"/>
              <a:t>TEAM MEMBERS :</a:t>
            </a:r>
          </a:p>
          <a:p>
            <a:r>
              <a:rPr lang="en-US" dirty="0"/>
              <a:t>GNAANISHA N (23037377104220781)</a:t>
            </a:r>
          </a:p>
          <a:p>
            <a:r>
              <a:rPr lang="en-US" dirty="0"/>
              <a:t>GOPIKA SELVENTHIRAN(2303737710422082)</a:t>
            </a:r>
          </a:p>
          <a:p>
            <a:r>
              <a:rPr lang="en-US" dirty="0"/>
              <a:t>LAKSHANYA M (2303737710422092)</a:t>
            </a:r>
          </a:p>
        </p:txBody>
      </p:sp>
      <p:sp>
        <p:nvSpPr>
          <p:cNvPr id="17" name="Text Placeholder 16">
            <a:extLst>
              <a:ext uri="{FF2B5EF4-FFF2-40B4-BE49-F238E27FC236}">
                <a16:creationId xmlns:a16="http://schemas.microsoft.com/office/drawing/2014/main" id="{9656355E-4F9B-45B1-B8E0-6FF6562932C9}"/>
              </a:ext>
            </a:extLst>
          </p:cNvPr>
          <p:cNvSpPr>
            <a:spLocks noGrp="1"/>
          </p:cNvSpPr>
          <p:nvPr>
            <p:ph type="body" sz="quarter" idx="16"/>
          </p:nvPr>
        </p:nvSpPr>
        <p:spPr/>
        <p:txBody>
          <a:bodyPr/>
          <a:lstStyle/>
          <a:p>
            <a:r>
              <a:rPr lang="en-US" dirty="0"/>
              <a:t>Department of Computer Science and Engineering</a:t>
            </a:r>
          </a:p>
        </p:txBody>
      </p:sp>
    </p:spTree>
    <p:extLst>
      <p:ext uri="{BB962C8B-B14F-4D97-AF65-F5344CB8AC3E}">
        <p14:creationId xmlns:p14="http://schemas.microsoft.com/office/powerpoint/2010/main" val="3288714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 </a:t>
            </a:r>
            <a:endParaRPr lang="en-IN" dirty="0"/>
          </a:p>
        </p:txBody>
      </p:sp>
      <p:sp>
        <p:nvSpPr>
          <p:cNvPr id="3" name="Content Placeholder 2"/>
          <p:cNvSpPr>
            <a:spLocks noGrp="1"/>
          </p:cNvSpPr>
          <p:nvPr>
            <p:ph idx="1"/>
          </p:nvPr>
        </p:nvSpPr>
        <p:spPr>
          <a:xfrm>
            <a:off x="574813" y="1748590"/>
            <a:ext cx="10742892" cy="2390274"/>
          </a:xfrm>
        </p:spPr>
        <p:txBody>
          <a:bodyPr>
            <a:noAutofit/>
          </a:bodyPr>
          <a:lstStyle/>
          <a:p>
            <a:pPr marL="0" indent="0" algn="just">
              <a:buNone/>
            </a:pPr>
            <a:r>
              <a:rPr lang="en-US" sz="1800" dirty="0">
                <a:latin typeface="Times New Roman" panose="02020603050405020304" pitchFamily="18" charset="0"/>
                <a:cs typeface="Times New Roman" panose="02020603050405020304" pitchFamily="18" charset="0"/>
              </a:rPr>
              <a:t>The Smart City Analysis Dashboard is a Power BI–based solution used to visualize and analyze important city data for better management. It combines data from areas like traffic, energy, water supply, waste, healthcare, education, and public safety. The dashboard presents this data using charts, maps, and KPIs for easy understanding. Interactive filters help users explore data by location and time. The system helps government authorities monitor performance, identify problems, and take better decisions for building a smart, safe, and sustainable city.</a:t>
            </a:r>
          </a:p>
        </p:txBody>
      </p:sp>
      <p:sp>
        <p:nvSpPr>
          <p:cNvPr id="4" name="Slide Number Placeholder 3"/>
          <p:cNvSpPr>
            <a:spLocks noGrp="1"/>
          </p:cNvSpPr>
          <p:nvPr>
            <p:ph type="sldNum" sz="quarter" idx="12"/>
          </p:nvPr>
        </p:nvSpPr>
        <p:spPr>
          <a:xfrm>
            <a:off x="9423638" y="6335387"/>
            <a:ext cx="2743200" cy="365125"/>
          </a:xfrm>
        </p:spPr>
        <p:txBody>
          <a:bodyPr/>
          <a:lstStyle/>
          <a:p>
            <a:fld id="{ED0A4932-3B2E-45C6-B621-E5DE29EAC2DE}" type="slidenum">
              <a:rPr lang="en-IN" smtClean="0"/>
              <a:pPr/>
              <a:t>2</a:t>
            </a:fld>
            <a:endParaRPr lang="en-IN"/>
          </a:p>
        </p:txBody>
      </p:sp>
    </p:spTree>
    <p:extLst>
      <p:ext uri="{BB962C8B-B14F-4D97-AF65-F5344CB8AC3E}">
        <p14:creationId xmlns:p14="http://schemas.microsoft.com/office/powerpoint/2010/main" val="2959745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7D561-29F5-D81D-4C2B-701E570926C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EXCEL DATA SET EXPLANATION: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E2688DF-9DE0-5D7E-D2AD-ED46AC104728}"/>
              </a:ext>
            </a:extLst>
          </p:cNvPr>
          <p:cNvSpPr>
            <a:spLocks noGrp="1"/>
          </p:cNvSpPr>
          <p:nvPr>
            <p:ph idx="1"/>
          </p:nvPr>
        </p:nvSpPr>
        <p:spPr>
          <a:xfrm>
            <a:off x="574812" y="1478280"/>
            <a:ext cx="10936467" cy="5029200"/>
          </a:xfrm>
        </p:spPr>
        <p:txBody>
          <a:bodyPr>
            <a:normAutofit/>
          </a:bodyPr>
          <a:lstStyle/>
          <a:p>
            <a:r>
              <a:rPr lang="en-US" sz="1800" b="1" u="sng" dirty="0">
                <a:latin typeface="Times New Roman" panose="02020603050405020304" pitchFamily="18" charset="0"/>
                <a:cs typeface="Times New Roman" panose="02020603050405020304" pitchFamily="18" charset="0"/>
              </a:rPr>
              <a:t>Structure of the Dataset</a:t>
            </a:r>
          </a:p>
          <a:p>
            <a:pPr marL="457200" lvl="1" indent="0">
              <a:buNone/>
            </a:pPr>
            <a:r>
              <a:rPr lang="en-IN" sz="1800" b="1" dirty="0">
                <a:latin typeface="Times New Roman" panose="02020603050405020304" pitchFamily="18" charset="0"/>
                <a:cs typeface="Times New Roman" panose="02020603050405020304" pitchFamily="18" charset="0"/>
              </a:rPr>
              <a:t>1. Traffic &amp; Transportation </a:t>
            </a:r>
            <a:r>
              <a:rPr lang="en-IN" sz="1800" dirty="0">
                <a:latin typeface="Times New Roman" panose="02020603050405020304" pitchFamily="18" charset="0"/>
                <a:cs typeface="Times New Roman" panose="02020603050405020304" pitchFamily="18" charset="0"/>
              </a:rPr>
              <a:t>Dataset-Date, City, State, </a:t>
            </a:r>
            <a:r>
              <a:rPr lang="en-IN" sz="1800" dirty="0" err="1">
                <a:latin typeface="Times New Roman" panose="02020603050405020304" pitchFamily="18" charset="0"/>
                <a:cs typeface="Times New Roman" panose="02020603050405020304" pitchFamily="18" charset="0"/>
              </a:rPr>
              <a:t>Vehicle_Count</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Traffic_Density</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Average_Speed</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Peak_Hour</a:t>
            </a:r>
            <a:endParaRPr lang="en-IN" sz="1800" dirty="0">
              <a:latin typeface="Times New Roman" panose="02020603050405020304" pitchFamily="18" charset="0"/>
              <a:cs typeface="Times New Roman" panose="02020603050405020304" pitchFamily="18" charset="0"/>
            </a:endParaRPr>
          </a:p>
          <a:p>
            <a:pPr marL="457200" lvl="1" indent="0">
              <a:buNone/>
            </a:pPr>
            <a:r>
              <a:rPr lang="en-IN" sz="1800" b="1" dirty="0">
                <a:latin typeface="Times New Roman" panose="02020603050405020304" pitchFamily="18" charset="0"/>
                <a:cs typeface="Times New Roman" panose="02020603050405020304" pitchFamily="18" charset="0"/>
              </a:rPr>
              <a:t>2. Energy Usage Dataset-</a:t>
            </a:r>
            <a:r>
              <a:rPr lang="en-IN" sz="1800" dirty="0">
                <a:latin typeface="Times New Roman" panose="02020603050405020304" pitchFamily="18" charset="0"/>
                <a:cs typeface="Times New Roman" panose="02020603050405020304" pitchFamily="18" charset="0"/>
              </a:rPr>
              <a:t>Date, City, State, </a:t>
            </a:r>
            <a:r>
              <a:rPr lang="en-IN" sz="1800" dirty="0" err="1">
                <a:latin typeface="Times New Roman" panose="02020603050405020304" pitchFamily="18" charset="0"/>
                <a:cs typeface="Times New Roman" panose="02020603050405020304" pitchFamily="18" charset="0"/>
              </a:rPr>
              <a:t>Energy_Consumption</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Renewable_Energy_Usage</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Peak_Load</a:t>
            </a:r>
            <a:endParaRPr lang="en-IN" sz="1800" dirty="0">
              <a:latin typeface="Times New Roman" panose="02020603050405020304" pitchFamily="18" charset="0"/>
              <a:cs typeface="Times New Roman" panose="02020603050405020304" pitchFamily="18" charset="0"/>
            </a:endParaRPr>
          </a:p>
          <a:p>
            <a:pPr marL="457200" lvl="1" indent="0">
              <a:buNone/>
            </a:pPr>
            <a:r>
              <a:rPr lang="en-IN" sz="1800" b="1" dirty="0">
                <a:latin typeface="Times New Roman" panose="02020603050405020304" pitchFamily="18" charset="0"/>
                <a:cs typeface="Times New Roman" panose="02020603050405020304" pitchFamily="18" charset="0"/>
              </a:rPr>
              <a:t>3. Water Management Dataset-</a:t>
            </a:r>
            <a:r>
              <a:rPr lang="en-IN" sz="1800" dirty="0">
                <a:latin typeface="Times New Roman" panose="02020603050405020304" pitchFamily="18" charset="0"/>
                <a:cs typeface="Times New Roman" panose="02020603050405020304" pitchFamily="18" charset="0"/>
              </a:rPr>
              <a:t>Date, City, State, </a:t>
            </a:r>
            <a:r>
              <a:rPr lang="en-IN" sz="1800" dirty="0" err="1">
                <a:latin typeface="Times New Roman" panose="02020603050405020304" pitchFamily="18" charset="0"/>
                <a:cs typeface="Times New Roman" panose="02020603050405020304" pitchFamily="18" charset="0"/>
              </a:rPr>
              <a:t>Water_Consumption</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Water_Availability</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Leakage_Percentage</a:t>
            </a:r>
            <a:endParaRPr lang="en-IN" sz="1800" dirty="0">
              <a:latin typeface="Times New Roman" panose="02020603050405020304" pitchFamily="18" charset="0"/>
              <a:cs typeface="Times New Roman" panose="02020603050405020304" pitchFamily="18" charset="0"/>
            </a:endParaRPr>
          </a:p>
          <a:p>
            <a:pPr marL="457200" lvl="1" indent="0">
              <a:buNone/>
            </a:pPr>
            <a:r>
              <a:rPr lang="en-IN" sz="1800" b="1" dirty="0">
                <a:latin typeface="Times New Roman" panose="02020603050405020304" pitchFamily="18" charset="0"/>
                <a:cs typeface="Times New Roman" panose="02020603050405020304" pitchFamily="18" charset="0"/>
              </a:rPr>
              <a:t>4. Healthcare Dataset-</a:t>
            </a:r>
            <a:r>
              <a:rPr lang="en-IN" sz="1800" dirty="0">
                <a:latin typeface="Times New Roman" panose="02020603050405020304" pitchFamily="18" charset="0"/>
                <a:cs typeface="Times New Roman" panose="02020603050405020304" pitchFamily="18" charset="0"/>
              </a:rPr>
              <a:t>Date, City, State, </a:t>
            </a:r>
            <a:r>
              <a:rPr lang="en-IN" sz="1800" dirty="0" err="1">
                <a:latin typeface="Times New Roman" panose="02020603050405020304" pitchFamily="18" charset="0"/>
                <a:cs typeface="Times New Roman" panose="02020603050405020304" pitchFamily="18" charset="0"/>
              </a:rPr>
              <a:t>Patients_Visited</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Bed_Occupancy_Rate</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Emergency_Cases</a:t>
            </a:r>
            <a:endParaRPr lang="en-IN" sz="1800" dirty="0">
              <a:latin typeface="Times New Roman" panose="02020603050405020304" pitchFamily="18" charset="0"/>
              <a:cs typeface="Times New Roman" panose="02020603050405020304" pitchFamily="18" charset="0"/>
            </a:endParaRPr>
          </a:p>
          <a:p>
            <a:pPr marL="457200" lvl="1" indent="0">
              <a:buNone/>
            </a:pPr>
            <a:r>
              <a:rPr lang="en-IN" sz="1800" b="1" dirty="0">
                <a:latin typeface="Times New Roman" panose="02020603050405020304" pitchFamily="18" charset="0"/>
                <a:cs typeface="Times New Roman" panose="02020603050405020304" pitchFamily="18" charset="0"/>
              </a:rPr>
              <a:t>5 Education Dataset-</a:t>
            </a:r>
            <a:r>
              <a:rPr lang="en-IN" sz="1800" dirty="0">
                <a:latin typeface="Times New Roman" panose="02020603050405020304" pitchFamily="18" charset="0"/>
                <a:cs typeface="Times New Roman" panose="02020603050405020304" pitchFamily="18" charset="0"/>
              </a:rPr>
              <a:t>Date, City, State, </a:t>
            </a:r>
            <a:r>
              <a:rPr lang="en-IN" sz="1800" dirty="0" err="1">
                <a:latin typeface="Times New Roman" panose="02020603050405020304" pitchFamily="18" charset="0"/>
                <a:cs typeface="Times New Roman" panose="02020603050405020304" pitchFamily="18" charset="0"/>
              </a:rPr>
              <a:t>Attendance_Rate</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Digital_Learning_Usage</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Performance_Index</a:t>
            </a:r>
            <a:endParaRPr lang="en-IN" sz="1800" dirty="0">
              <a:latin typeface="Times New Roman" panose="02020603050405020304" pitchFamily="18" charset="0"/>
              <a:cs typeface="Times New Roman" panose="02020603050405020304" pitchFamily="18" charset="0"/>
            </a:endParaRPr>
          </a:p>
          <a:p>
            <a:pPr marL="457200" lvl="1" indent="0">
              <a:buNone/>
            </a:pPr>
            <a:r>
              <a:rPr lang="en-IN" sz="1800" b="1" dirty="0">
                <a:latin typeface="Times New Roman" panose="02020603050405020304" pitchFamily="18" charset="0"/>
                <a:cs typeface="Times New Roman" panose="02020603050405020304" pitchFamily="18" charset="0"/>
              </a:rPr>
              <a:t>6. Smart Infrastructure Dataset - </a:t>
            </a:r>
            <a:r>
              <a:rPr lang="en-IN" sz="1800" dirty="0">
                <a:latin typeface="Times New Roman" panose="02020603050405020304" pitchFamily="18" charset="0"/>
                <a:cs typeface="Times New Roman" panose="02020603050405020304" pitchFamily="18" charset="0"/>
              </a:rPr>
              <a:t>Date, City, State, </a:t>
            </a:r>
            <a:r>
              <a:rPr lang="en-IN" sz="1800" dirty="0" err="1">
                <a:latin typeface="Times New Roman" panose="02020603050405020304" pitchFamily="18" charset="0"/>
                <a:cs typeface="Times New Roman" panose="02020603050405020304" pitchFamily="18" charset="0"/>
              </a:rPr>
              <a:t>Smart_Lights_Functional</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Waste_Collection_Efficiency</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Maintenance_Issues</a:t>
            </a:r>
            <a:endParaRPr lang="en-IN" sz="1800" dirty="0">
              <a:latin typeface="Times New Roman" panose="02020603050405020304" pitchFamily="18" charset="0"/>
              <a:cs typeface="Times New Roman" panose="02020603050405020304" pitchFamily="18" charset="0"/>
            </a:endParaRPr>
          </a:p>
          <a:p>
            <a:pPr marL="457200" lvl="1" indent="0">
              <a:buNone/>
            </a:pPr>
            <a:endParaRPr lang="en-US" sz="1800" b="1" u="sng"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130CE2E-D69C-7629-A49F-83A3F2A8D036}"/>
              </a:ext>
            </a:extLst>
          </p:cNvPr>
          <p:cNvSpPr>
            <a:spLocks noGrp="1"/>
          </p:cNvSpPr>
          <p:nvPr>
            <p:ph type="sldNum" sz="quarter" idx="12"/>
          </p:nvPr>
        </p:nvSpPr>
        <p:spPr/>
        <p:txBody>
          <a:bodyPr/>
          <a:lstStyle/>
          <a:p>
            <a:fld id="{ED0A4932-3B2E-45C6-B621-E5DE29EAC2DE}" type="slidenum">
              <a:rPr lang="en-IN" smtClean="0"/>
              <a:pPr/>
              <a:t>3</a:t>
            </a:fld>
            <a:endParaRPr lang="en-IN" dirty="0"/>
          </a:p>
        </p:txBody>
      </p:sp>
    </p:spTree>
    <p:extLst>
      <p:ext uri="{BB962C8B-B14F-4D97-AF65-F5344CB8AC3E}">
        <p14:creationId xmlns:p14="http://schemas.microsoft.com/office/powerpoint/2010/main" val="1931108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DF966-F30B-038B-16F4-B61D54DA5CD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SET</a:t>
            </a:r>
          </a:p>
        </p:txBody>
      </p:sp>
      <p:sp>
        <p:nvSpPr>
          <p:cNvPr id="4" name="Slide Number Placeholder 3">
            <a:extLst>
              <a:ext uri="{FF2B5EF4-FFF2-40B4-BE49-F238E27FC236}">
                <a16:creationId xmlns:a16="http://schemas.microsoft.com/office/drawing/2014/main" id="{4F6C8423-050A-70DD-5D10-4C4651FB6043}"/>
              </a:ext>
            </a:extLst>
          </p:cNvPr>
          <p:cNvSpPr>
            <a:spLocks noGrp="1"/>
          </p:cNvSpPr>
          <p:nvPr>
            <p:ph type="sldNum" sz="quarter" idx="12"/>
          </p:nvPr>
        </p:nvSpPr>
        <p:spPr/>
        <p:txBody>
          <a:bodyPr/>
          <a:lstStyle/>
          <a:p>
            <a:fld id="{ED0A4932-3B2E-45C6-B621-E5DE29EAC2DE}" type="slidenum">
              <a:rPr lang="en-IN" smtClean="0"/>
              <a:pPr/>
              <a:t>4</a:t>
            </a:fld>
            <a:endParaRPr lang="en-IN" dirty="0"/>
          </a:p>
        </p:txBody>
      </p:sp>
      <p:pic>
        <p:nvPicPr>
          <p:cNvPr id="12" name="Content Placeholder 11">
            <a:extLst>
              <a:ext uri="{FF2B5EF4-FFF2-40B4-BE49-F238E27FC236}">
                <a16:creationId xmlns:a16="http://schemas.microsoft.com/office/drawing/2014/main" id="{8DAA184F-AC03-2C1D-6B50-D2ACD4E95E17}"/>
              </a:ext>
            </a:extLst>
          </p:cNvPr>
          <p:cNvPicPr>
            <a:picLocks noGrp="1" noChangeAspect="1"/>
          </p:cNvPicPr>
          <p:nvPr>
            <p:ph idx="1"/>
          </p:nvPr>
        </p:nvPicPr>
        <p:blipFill>
          <a:blip r:embed="rId2"/>
          <a:stretch>
            <a:fillRect/>
          </a:stretch>
        </p:blipFill>
        <p:spPr>
          <a:xfrm>
            <a:off x="2239348" y="1727200"/>
            <a:ext cx="7343192" cy="4395788"/>
          </a:xfrm>
          <a:prstGeom prst="rect">
            <a:avLst/>
          </a:prstGeom>
        </p:spPr>
      </p:pic>
    </p:spTree>
    <p:extLst>
      <p:ext uri="{BB962C8B-B14F-4D97-AF65-F5344CB8AC3E}">
        <p14:creationId xmlns:p14="http://schemas.microsoft.com/office/powerpoint/2010/main" val="1005899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119D4-6F99-9DBB-168E-6321AE69C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1342FA-C174-9241-E4ED-22FB0FD9AB5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EXCEL DATA SET VISUALIZATION</a:t>
            </a:r>
          </a:p>
        </p:txBody>
      </p:sp>
      <p:sp>
        <p:nvSpPr>
          <p:cNvPr id="4" name="Slide Number Placeholder 3">
            <a:extLst>
              <a:ext uri="{FF2B5EF4-FFF2-40B4-BE49-F238E27FC236}">
                <a16:creationId xmlns:a16="http://schemas.microsoft.com/office/drawing/2014/main" id="{B4B4A568-B432-35FF-871A-7F94F73B5F74}"/>
              </a:ext>
            </a:extLst>
          </p:cNvPr>
          <p:cNvSpPr>
            <a:spLocks noGrp="1"/>
          </p:cNvSpPr>
          <p:nvPr>
            <p:ph type="sldNum" sz="quarter" idx="12"/>
          </p:nvPr>
        </p:nvSpPr>
        <p:spPr/>
        <p:txBody>
          <a:bodyPr/>
          <a:lstStyle/>
          <a:p>
            <a:fld id="{ED0A4932-3B2E-45C6-B621-E5DE29EAC2DE}" type="slidenum">
              <a:rPr lang="en-IN" smtClean="0"/>
              <a:pPr/>
              <a:t>5</a:t>
            </a:fld>
            <a:endParaRPr lang="en-IN" dirty="0"/>
          </a:p>
        </p:txBody>
      </p:sp>
      <p:pic>
        <p:nvPicPr>
          <p:cNvPr id="12" name="Content Placeholder 11">
            <a:extLst>
              <a:ext uri="{FF2B5EF4-FFF2-40B4-BE49-F238E27FC236}">
                <a16:creationId xmlns:a16="http://schemas.microsoft.com/office/drawing/2014/main" id="{B52AB94C-3A1A-01BB-B0ED-A52CCC04F771}"/>
              </a:ext>
            </a:extLst>
          </p:cNvPr>
          <p:cNvPicPr>
            <a:picLocks noGrp="1" noChangeAspect="1"/>
          </p:cNvPicPr>
          <p:nvPr>
            <p:ph idx="1"/>
          </p:nvPr>
        </p:nvPicPr>
        <p:blipFill>
          <a:blip r:embed="rId2"/>
          <a:stretch>
            <a:fillRect/>
          </a:stretch>
        </p:blipFill>
        <p:spPr>
          <a:xfrm>
            <a:off x="2539762" y="1727200"/>
            <a:ext cx="7006113" cy="4395788"/>
          </a:xfrm>
          <a:prstGeom prst="rect">
            <a:avLst/>
          </a:prstGeom>
        </p:spPr>
      </p:pic>
    </p:spTree>
    <p:extLst>
      <p:ext uri="{BB962C8B-B14F-4D97-AF65-F5344CB8AC3E}">
        <p14:creationId xmlns:p14="http://schemas.microsoft.com/office/powerpoint/2010/main" val="4127456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86402-41CC-3848-D3CC-97965FC26DBB}"/>
              </a:ext>
            </a:extLst>
          </p:cNvPr>
          <p:cNvSpPr>
            <a:spLocks noGrp="1"/>
          </p:cNvSpPr>
          <p:nvPr>
            <p:ph type="title"/>
          </p:nvPr>
        </p:nvSpPr>
        <p:spPr/>
        <p:txBody>
          <a:bodyPr/>
          <a:lstStyle/>
          <a:p>
            <a:r>
              <a:rPr lang="en-IN" dirty="0"/>
              <a:t>    </a:t>
            </a:r>
          </a:p>
        </p:txBody>
      </p:sp>
      <p:sp>
        <p:nvSpPr>
          <p:cNvPr id="4" name="Slide Number Placeholder 3">
            <a:extLst>
              <a:ext uri="{FF2B5EF4-FFF2-40B4-BE49-F238E27FC236}">
                <a16:creationId xmlns:a16="http://schemas.microsoft.com/office/drawing/2014/main" id="{9D0853B2-3B1A-1FD6-238F-8CC2EC6656FB}"/>
              </a:ext>
            </a:extLst>
          </p:cNvPr>
          <p:cNvSpPr>
            <a:spLocks noGrp="1"/>
          </p:cNvSpPr>
          <p:nvPr>
            <p:ph type="sldNum" sz="quarter" idx="12"/>
          </p:nvPr>
        </p:nvSpPr>
        <p:spPr/>
        <p:txBody>
          <a:bodyPr/>
          <a:lstStyle/>
          <a:p>
            <a:fld id="{ED0A4932-3B2E-45C6-B621-E5DE29EAC2DE}" type="slidenum">
              <a:rPr lang="en-IN" smtClean="0"/>
              <a:pPr/>
              <a:t>6</a:t>
            </a:fld>
            <a:endParaRPr lang="en-IN" dirty="0"/>
          </a:p>
        </p:txBody>
      </p:sp>
      <p:pic>
        <p:nvPicPr>
          <p:cNvPr id="9" name="Content Placeholder 8">
            <a:extLst>
              <a:ext uri="{FF2B5EF4-FFF2-40B4-BE49-F238E27FC236}">
                <a16:creationId xmlns:a16="http://schemas.microsoft.com/office/drawing/2014/main" id="{123178F1-5E57-C074-F32C-AD0855F175E3}"/>
              </a:ext>
            </a:extLst>
          </p:cNvPr>
          <p:cNvPicPr>
            <a:picLocks noGrp="1" noChangeAspect="1"/>
          </p:cNvPicPr>
          <p:nvPr>
            <p:ph idx="1"/>
          </p:nvPr>
        </p:nvPicPr>
        <p:blipFill>
          <a:blip r:embed="rId2"/>
          <a:stretch>
            <a:fillRect/>
          </a:stretch>
        </p:blipFill>
        <p:spPr>
          <a:xfrm>
            <a:off x="2543118" y="1727200"/>
            <a:ext cx="6999402" cy="4395788"/>
          </a:xfrm>
          <a:prstGeom prst="rect">
            <a:avLst/>
          </a:prstGeom>
        </p:spPr>
      </p:pic>
    </p:spTree>
    <p:extLst>
      <p:ext uri="{BB962C8B-B14F-4D97-AF65-F5344CB8AC3E}">
        <p14:creationId xmlns:p14="http://schemas.microsoft.com/office/powerpoint/2010/main" val="557107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9E267-F365-B7C6-4EF9-4C6584133F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6BAE4-B22C-D0A6-2B9B-80812159537D}"/>
              </a:ext>
            </a:extLst>
          </p:cNvPr>
          <p:cNvSpPr>
            <a:spLocks noGrp="1"/>
          </p:cNvSpPr>
          <p:nvPr>
            <p:ph type="title"/>
          </p:nvPr>
        </p:nvSpPr>
        <p:spPr/>
        <p:txBody>
          <a:bodyPr/>
          <a:lstStyle/>
          <a:p>
            <a:r>
              <a:rPr lang="en-IN" dirty="0"/>
              <a:t>    </a:t>
            </a:r>
          </a:p>
        </p:txBody>
      </p:sp>
      <p:sp>
        <p:nvSpPr>
          <p:cNvPr id="4" name="Slide Number Placeholder 3">
            <a:extLst>
              <a:ext uri="{FF2B5EF4-FFF2-40B4-BE49-F238E27FC236}">
                <a16:creationId xmlns:a16="http://schemas.microsoft.com/office/drawing/2014/main" id="{96DE366A-2003-82BD-C2B9-45EAC9D0268B}"/>
              </a:ext>
            </a:extLst>
          </p:cNvPr>
          <p:cNvSpPr>
            <a:spLocks noGrp="1"/>
          </p:cNvSpPr>
          <p:nvPr>
            <p:ph type="sldNum" sz="quarter" idx="12"/>
          </p:nvPr>
        </p:nvSpPr>
        <p:spPr/>
        <p:txBody>
          <a:bodyPr/>
          <a:lstStyle/>
          <a:p>
            <a:fld id="{ED0A4932-3B2E-45C6-B621-E5DE29EAC2DE}" type="slidenum">
              <a:rPr lang="en-IN" smtClean="0"/>
              <a:pPr/>
              <a:t>7</a:t>
            </a:fld>
            <a:endParaRPr lang="en-IN" dirty="0"/>
          </a:p>
        </p:txBody>
      </p:sp>
      <p:pic>
        <p:nvPicPr>
          <p:cNvPr id="8" name="Content Placeholder 7">
            <a:extLst>
              <a:ext uri="{FF2B5EF4-FFF2-40B4-BE49-F238E27FC236}">
                <a16:creationId xmlns:a16="http://schemas.microsoft.com/office/drawing/2014/main" id="{4D4F08C4-6F99-ADCE-F5D9-7F667E3E5AA9}"/>
              </a:ext>
            </a:extLst>
          </p:cNvPr>
          <p:cNvPicPr>
            <a:picLocks noGrp="1" noChangeAspect="1"/>
          </p:cNvPicPr>
          <p:nvPr>
            <p:ph idx="1"/>
          </p:nvPr>
        </p:nvPicPr>
        <p:blipFill>
          <a:blip r:embed="rId2"/>
          <a:stretch>
            <a:fillRect/>
          </a:stretch>
        </p:blipFill>
        <p:spPr>
          <a:xfrm>
            <a:off x="2153065" y="1727200"/>
            <a:ext cx="7779507" cy="4395788"/>
          </a:xfrm>
          <a:prstGeom prst="rect">
            <a:avLst/>
          </a:prstGeom>
        </p:spPr>
      </p:pic>
    </p:spTree>
    <p:extLst>
      <p:ext uri="{BB962C8B-B14F-4D97-AF65-F5344CB8AC3E}">
        <p14:creationId xmlns:p14="http://schemas.microsoft.com/office/powerpoint/2010/main" val="409364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55765-8095-A56D-3017-2B3E2945EC15}"/>
              </a:ext>
            </a:extLst>
          </p:cNvPr>
          <p:cNvSpPr>
            <a:spLocks noGrp="1"/>
          </p:cNvSpPr>
          <p:nvPr>
            <p:ph type="title"/>
          </p:nvPr>
        </p:nvSpPr>
        <p:spPr/>
        <p:txBody>
          <a:bodyPr/>
          <a:lstStyle/>
          <a:p>
            <a:r>
              <a:rPr lang="en-IN" dirty="0"/>
              <a:t>   </a:t>
            </a:r>
          </a:p>
        </p:txBody>
      </p:sp>
      <p:sp>
        <p:nvSpPr>
          <p:cNvPr id="4" name="Slide Number Placeholder 3">
            <a:extLst>
              <a:ext uri="{FF2B5EF4-FFF2-40B4-BE49-F238E27FC236}">
                <a16:creationId xmlns:a16="http://schemas.microsoft.com/office/drawing/2014/main" id="{4D582FC9-6407-2300-6599-B4DE2ECF4559}"/>
              </a:ext>
            </a:extLst>
          </p:cNvPr>
          <p:cNvSpPr>
            <a:spLocks noGrp="1"/>
          </p:cNvSpPr>
          <p:nvPr>
            <p:ph type="sldNum" sz="quarter" idx="12"/>
          </p:nvPr>
        </p:nvSpPr>
        <p:spPr/>
        <p:txBody>
          <a:bodyPr/>
          <a:lstStyle/>
          <a:p>
            <a:fld id="{ED0A4932-3B2E-45C6-B621-E5DE29EAC2DE}" type="slidenum">
              <a:rPr lang="en-IN" smtClean="0"/>
              <a:pPr/>
              <a:t>8</a:t>
            </a:fld>
            <a:endParaRPr lang="en-IN" dirty="0"/>
          </a:p>
        </p:txBody>
      </p:sp>
      <p:pic>
        <p:nvPicPr>
          <p:cNvPr id="7" name="Content Placeholder 6">
            <a:extLst>
              <a:ext uri="{FF2B5EF4-FFF2-40B4-BE49-F238E27FC236}">
                <a16:creationId xmlns:a16="http://schemas.microsoft.com/office/drawing/2014/main" id="{D348F107-3204-3065-D5DB-BC0EFCD09957}"/>
              </a:ext>
            </a:extLst>
          </p:cNvPr>
          <p:cNvPicPr>
            <a:picLocks noGrp="1" noChangeAspect="1"/>
          </p:cNvPicPr>
          <p:nvPr>
            <p:ph idx="1"/>
          </p:nvPr>
        </p:nvPicPr>
        <p:blipFill>
          <a:blip r:embed="rId2"/>
          <a:stretch>
            <a:fillRect/>
          </a:stretch>
        </p:blipFill>
        <p:spPr>
          <a:xfrm>
            <a:off x="2127629" y="1727200"/>
            <a:ext cx="7830379" cy="4395788"/>
          </a:xfrm>
          <a:prstGeom prst="rect">
            <a:avLst/>
          </a:prstGeom>
        </p:spPr>
      </p:pic>
    </p:spTree>
    <p:extLst>
      <p:ext uri="{BB962C8B-B14F-4D97-AF65-F5344CB8AC3E}">
        <p14:creationId xmlns:p14="http://schemas.microsoft.com/office/powerpoint/2010/main" val="3785685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E2456-D039-B692-6C76-C40E82E83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29603C-C095-4D14-92FD-23DB7F51BD5A}"/>
              </a:ext>
            </a:extLst>
          </p:cNvPr>
          <p:cNvSpPr>
            <a:spLocks noGrp="1"/>
          </p:cNvSpPr>
          <p:nvPr>
            <p:ph type="title"/>
          </p:nvPr>
        </p:nvSpPr>
        <p:spPr/>
        <p:txBody>
          <a:bodyPr/>
          <a:lstStyle/>
          <a:p>
            <a:r>
              <a:rPr lang="en-IN" dirty="0"/>
              <a:t>   </a:t>
            </a:r>
          </a:p>
        </p:txBody>
      </p:sp>
      <p:sp>
        <p:nvSpPr>
          <p:cNvPr id="4" name="Slide Number Placeholder 3">
            <a:extLst>
              <a:ext uri="{FF2B5EF4-FFF2-40B4-BE49-F238E27FC236}">
                <a16:creationId xmlns:a16="http://schemas.microsoft.com/office/drawing/2014/main" id="{C8E2423C-8E2E-A262-50F3-E2D4BFDFDAFF}"/>
              </a:ext>
            </a:extLst>
          </p:cNvPr>
          <p:cNvSpPr>
            <a:spLocks noGrp="1"/>
          </p:cNvSpPr>
          <p:nvPr>
            <p:ph type="sldNum" sz="quarter" idx="12"/>
          </p:nvPr>
        </p:nvSpPr>
        <p:spPr/>
        <p:txBody>
          <a:bodyPr/>
          <a:lstStyle/>
          <a:p>
            <a:fld id="{ED0A4932-3B2E-45C6-B621-E5DE29EAC2DE}" type="slidenum">
              <a:rPr lang="en-IN" smtClean="0"/>
              <a:pPr/>
              <a:t>9</a:t>
            </a:fld>
            <a:endParaRPr lang="en-IN" dirty="0"/>
          </a:p>
        </p:txBody>
      </p:sp>
      <p:pic>
        <p:nvPicPr>
          <p:cNvPr id="6" name="Content Placeholder 5">
            <a:extLst>
              <a:ext uri="{FF2B5EF4-FFF2-40B4-BE49-F238E27FC236}">
                <a16:creationId xmlns:a16="http://schemas.microsoft.com/office/drawing/2014/main" id="{8AA5E8D7-5E5D-6C62-B5A9-E9AFE82AD7F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95084" y="1727200"/>
            <a:ext cx="7095470" cy="4395788"/>
          </a:xfrm>
          <a:prstGeom prst="rect">
            <a:avLst/>
          </a:prstGeom>
          <a:noFill/>
          <a:ln>
            <a:noFill/>
          </a:ln>
        </p:spPr>
      </p:pic>
    </p:spTree>
    <p:extLst>
      <p:ext uri="{BB962C8B-B14F-4D97-AF65-F5344CB8AC3E}">
        <p14:creationId xmlns:p14="http://schemas.microsoft.com/office/powerpoint/2010/main" val="3261873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F08CB-F318-998B-D1CA-82D582C7F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CA0DE-1F3A-F46D-9FBD-E17567F6F9CD}"/>
              </a:ext>
            </a:extLst>
          </p:cNvPr>
          <p:cNvSpPr>
            <a:spLocks noGrp="1"/>
          </p:cNvSpPr>
          <p:nvPr>
            <p:ph type="title"/>
          </p:nvPr>
        </p:nvSpPr>
        <p:spPr/>
        <p:txBody>
          <a:bodyPr/>
          <a:lstStyle/>
          <a:p>
            <a:r>
              <a:rPr lang="en-IN" dirty="0"/>
              <a:t>   </a:t>
            </a:r>
          </a:p>
        </p:txBody>
      </p:sp>
      <p:sp>
        <p:nvSpPr>
          <p:cNvPr id="4" name="Slide Number Placeholder 3">
            <a:extLst>
              <a:ext uri="{FF2B5EF4-FFF2-40B4-BE49-F238E27FC236}">
                <a16:creationId xmlns:a16="http://schemas.microsoft.com/office/drawing/2014/main" id="{E3F5750D-304E-6B67-5459-CDBEB943B3CD}"/>
              </a:ext>
            </a:extLst>
          </p:cNvPr>
          <p:cNvSpPr>
            <a:spLocks noGrp="1"/>
          </p:cNvSpPr>
          <p:nvPr>
            <p:ph type="sldNum" sz="quarter" idx="12"/>
          </p:nvPr>
        </p:nvSpPr>
        <p:spPr/>
        <p:txBody>
          <a:bodyPr/>
          <a:lstStyle/>
          <a:p>
            <a:fld id="{ED0A4932-3B2E-45C6-B621-E5DE29EAC2DE}" type="slidenum">
              <a:rPr lang="en-IN" smtClean="0"/>
              <a:pPr/>
              <a:t>10</a:t>
            </a:fld>
            <a:endParaRPr lang="en-IN" dirty="0"/>
          </a:p>
        </p:txBody>
      </p:sp>
      <p:pic>
        <p:nvPicPr>
          <p:cNvPr id="6" name="Content Placeholder 5">
            <a:extLst>
              <a:ext uri="{FF2B5EF4-FFF2-40B4-BE49-F238E27FC236}">
                <a16:creationId xmlns:a16="http://schemas.microsoft.com/office/drawing/2014/main" id="{C89BAFCD-2499-98A9-1DA9-618AFF39B16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47557" y="1727200"/>
            <a:ext cx="6990523" cy="4395788"/>
          </a:xfrm>
          <a:prstGeom prst="rect">
            <a:avLst/>
          </a:prstGeom>
          <a:noFill/>
          <a:ln>
            <a:noFill/>
          </a:ln>
        </p:spPr>
      </p:pic>
    </p:spTree>
    <p:extLst>
      <p:ext uri="{BB962C8B-B14F-4D97-AF65-F5344CB8AC3E}">
        <p14:creationId xmlns:p14="http://schemas.microsoft.com/office/powerpoint/2010/main" val="1724241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4D8DC-9CEF-71AD-47B8-28A9DDFB53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7CADE8-E655-F8B7-C030-A58A4643BFD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GITHUB DATA SET EXPLANATION: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21303E-586E-2A32-B34C-6BC57B7D5EA0}"/>
              </a:ext>
            </a:extLst>
          </p:cNvPr>
          <p:cNvSpPr>
            <a:spLocks noGrp="1"/>
          </p:cNvSpPr>
          <p:nvPr>
            <p:ph idx="1"/>
          </p:nvPr>
        </p:nvSpPr>
        <p:spPr>
          <a:xfrm>
            <a:off x="574812" y="1828800"/>
            <a:ext cx="10936467" cy="4678680"/>
          </a:xfrm>
        </p:spPr>
        <p:txBody>
          <a:bodyPr>
            <a:noAutofit/>
          </a:bodyPr>
          <a:lstStyle/>
          <a:p>
            <a:pPr marL="0" indent="0">
              <a:lnSpc>
                <a:spcPct val="100000"/>
              </a:lnSpc>
              <a:buNone/>
            </a:pPr>
            <a:r>
              <a:rPr lang="en-US" sz="1800" dirty="0">
                <a:latin typeface="Times New Roman" panose="02020603050405020304" pitchFamily="18" charset="0"/>
                <a:cs typeface="Times New Roman" panose="02020603050405020304" pitchFamily="18" charset="0"/>
              </a:rPr>
              <a:t>The GitHub dataset is an open-source dataset downloaded from an online repository.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It contains real-world healthcare and hospital waiting list–related data such as:</a:t>
            </a:r>
          </a:p>
          <a:p>
            <a:pPr>
              <a:lnSpc>
                <a:spcPct val="100000"/>
              </a:lnSpc>
            </a:pPr>
            <a:r>
              <a:rPr lang="en-US" sz="1800" b="1" dirty="0">
                <a:latin typeface="Times New Roman" panose="02020603050405020304" pitchFamily="18" charset="0"/>
                <a:cs typeface="Times New Roman" panose="02020603050405020304" pitchFamily="18" charset="0"/>
              </a:rPr>
              <a:t>Patient Records</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Source_Name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Archive_Date</a:t>
            </a:r>
            <a:endParaRPr lang="en-US" sz="1800" dirty="0">
              <a:latin typeface="Times New Roman" panose="02020603050405020304" pitchFamily="18" charset="0"/>
              <a:cs typeface="Times New Roman" panose="02020603050405020304" pitchFamily="18" charset="0"/>
            </a:endParaRPr>
          </a:p>
          <a:p>
            <a:pPr>
              <a:lnSpc>
                <a:spcPct val="100000"/>
              </a:lnSpc>
            </a:pPr>
            <a:r>
              <a:rPr lang="en-US" sz="1800" b="1" dirty="0">
                <a:latin typeface="Times New Roman" panose="02020603050405020304" pitchFamily="18" charset="0"/>
                <a:cs typeface="Times New Roman" panose="02020603050405020304" pitchFamily="18" charset="0"/>
              </a:rPr>
              <a:t>Medical Department</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Speciality_HIPE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Speciality_Name</a:t>
            </a:r>
            <a:endParaRPr lang="en-US" sz="1800" dirty="0">
              <a:latin typeface="Times New Roman" panose="02020603050405020304" pitchFamily="18" charset="0"/>
              <a:cs typeface="Times New Roman" panose="02020603050405020304" pitchFamily="18" charset="0"/>
            </a:endParaRPr>
          </a:p>
          <a:p>
            <a:pPr>
              <a:lnSpc>
                <a:spcPct val="100000"/>
              </a:lnSpc>
            </a:pPr>
            <a:r>
              <a:rPr lang="en-US" sz="1800" b="1" dirty="0">
                <a:latin typeface="Times New Roman" panose="02020603050405020304" pitchFamily="18" charset="0"/>
                <a:cs typeface="Times New Roman" panose="02020603050405020304" pitchFamily="18" charset="0"/>
              </a:rPr>
              <a:t>Case Type</a:t>
            </a:r>
            <a:r>
              <a:rPr lang="en-US" sz="1800" dirty="0">
                <a:latin typeface="Times New Roman" panose="02020603050405020304" pitchFamily="18" charset="0"/>
                <a:cs typeface="Times New Roman" panose="02020603050405020304" pitchFamily="18" charset="0"/>
              </a:rPr>
              <a:t> – Day Case / Inpatient</a:t>
            </a:r>
          </a:p>
          <a:p>
            <a:pPr>
              <a:lnSpc>
                <a:spcPct val="100000"/>
              </a:lnSpc>
            </a:pPr>
            <a:r>
              <a:rPr lang="en-US" sz="1800" b="1" dirty="0">
                <a:latin typeface="Times New Roman" panose="02020603050405020304" pitchFamily="18" charset="0"/>
                <a:cs typeface="Times New Roman" panose="02020603050405020304" pitchFamily="18" charset="0"/>
              </a:rPr>
              <a:t>Patient Category</a:t>
            </a:r>
            <a:r>
              <a:rPr lang="en-US" sz="1800" dirty="0">
                <a:latin typeface="Times New Roman" panose="02020603050405020304" pitchFamily="18" charset="0"/>
                <a:cs typeface="Times New Roman" panose="02020603050405020304" pitchFamily="18" charset="0"/>
              </a:rPr>
              <a:t> – Adult / Child</a:t>
            </a:r>
          </a:p>
          <a:p>
            <a:pPr>
              <a:lnSpc>
                <a:spcPct val="100000"/>
              </a:lnSpc>
            </a:pPr>
            <a:r>
              <a:rPr lang="en-US" sz="1800" b="1" dirty="0">
                <a:latin typeface="Times New Roman" panose="02020603050405020304" pitchFamily="18" charset="0"/>
                <a:cs typeface="Times New Roman" panose="02020603050405020304" pitchFamily="18" charset="0"/>
              </a:rPr>
              <a:t>Age Profile</a:t>
            </a:r>
            <a:r>
              <a:rPr lang="en-US" sz="1800" dirty="0">
                <a:latin typeface="Times New Roman" panose="02020603050405020304" pitchFamily="18" charset="0"/>
                <a:cs typeface="Times New Roman" panose="02020603050405020304" pitchFamily="18" charset="0"/>
              </a:rPr>
              <a:t> – Age group of patients (e.g., 65+)</a:t>
            </a:r>
          </a:p>
          <a:p>
            <a:pPr>
              <a:lnSpc>
                <a:spcPct val="100000"/>
              </a:lnSpc>
            </a:pPr>
            <a:r>
              <a:rPr lang="en-US" sz="1800" b="1" dirty="0">
                <a:latin typeface="Times New Roman" panose="02020603050405020304" pitchFamily="18" charset="0"/>
                <a:cs typeface="Times New Roman" panose="02020603050405020304" pitchFamily="18" charset="0"/>
              </a:rPr>
              <a:t>Waiting Time</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Time_Bands</a:t>
            </a:r>
            <a:r>
              <a:rPr lang="en-US" sz="1800" dirty="0">
                <a:latin typeface="Times New Roman" panose="02020603050405020304" pitchFamily="18" charset="0"/>
                <a:cs typeface="Times New Roman" panose="02020603050405020304" pitchFamily="18" charset="0"/>
              </a:rPr>
              <a:t> (e.g., 12–15 Months)</a:t>
            </a:r>
          </a:p>
          <a:p>
            <a:pPr>
              <a:lnSpc>
                <a:spcPct val="100000"/>
              </a:lnSpc>
            </a:pPr>
            <a:r>
              <a:rPr lang="en-US" sz="1800" b="1" dirty="0">
                <a:latin typeface="Times New Roman" panose="02020603050405020304" pitchFamily="18" charset="0"/>
                <a:cs typeface="Times New Roman" panose="02020603050405020304" pitchFamily="18" charset="0"/>
              </a:rPr>
              <a:t>Total Cases</a:t>
            </a:r>
            <a:r>
              <a:rPr lang="en-US" sz="1800" dirty="0">
                <a:latin typeface="Times New Roman" panose="02020603050405020304" pitchFamily="18" charset="0"/>
                <a:cs typeface="Times New Roman" panose="02020603050405020304" pitchFamily="18" charset="0"/>
              </a:rPr>
              <a:t> – Number of patients waiting</a:t>
            </a:r>
          </a:p>
          <a:p>
            <a:pPr marL="0" indent="0">
              <a:lnSpc>
                <a:spcPct val="100000"/>
              </a:lnSpc>
              <a:buNone/>
            </a:pPr>
            <a:endParaRPr lang="en-US" sz="1800" dirty="0">
              <a:latin typeface="Times New Roman" panose="02020603050405020304" pitchFamily="18" charset="0"/>
              <a:cs typeface="Times New Roman" panose="02020603050405020304" pitchFamily="18" charset="0"/>
            </a:endParaRPr>
          </a:p>
          <a:p>
            <a:pPr marL="0" indent="0">
              <a:lnSpc>
                <a:spcPct val="100000"/>
              </a:lnSpc>
              <a:buNone/>
            </a:pPr>
            <a:r>
              <a:rPr lang="en-US" sz="1800" dirty="0">
                <a:latin typeface="Times New Roman" panose="02020603050405020304" pitchFamily="18" charset="0"/>
                <a:cs typeface="Times New Roman" panose="02020603050405020304" pitchFamily="18" charset="0"/>
              </a:rPr>
              <a:t>This dataset is already well-structured and clean, and it is used for reference and comparison with my Excel healthcare dataset in Power BI visualization.</a:t>
            </a:r>
          </a:p>
        </p:txBody>
      </p:sp>
      <p:sp>
        <p:nvSpPr>
          <p:cNvPr id="4" name="Slide Number Placeholder 3">
            <a:extLst>
              <a:ext uri="{FF2B5EF4-FFF2-40B4-BE49-F238E27FC236}">
                <a16:creationId xmlns:a16="http://schemas.microsoft.com/office/drawing/2014/main" id="{86951FE0-9516-BC27-6936-BA40812441A0}"/>
              </a:ext>
            </a:extLst>
          </p:cNvPr>
          <p:cNvSpPr>
            <a:spLocks noGrp="1"/>
          </p:cNvSpPr>
          <p:nvPr>
            <p:ph type="sldNum" sz="quarter" idx="12"/>
          </p:nvPr>
        </p:nvSpPr>
        <p:spPr/>
        <p:txBody>
          <a:bodyPr/>
          <a:lstStyle/>
          <a:p>
            <a:fld id="{ED0A4932-3B2E-45C6-B621-E5DE29EAC2DE}" type="slidenum">
              <a:rPr lang="en-IN" smtClean="0"/>
              <a:pPr/>
              <a:t>11</a:t>
            </a:fld>
            <a:endParaRPr lang="en-IN" dirty="0"/>
          </a:p>
        </p:txBody>
      </p:sp>
    </p:spTree>
    <p:extLst>
      <p:ext uri="{BB962C8B-B14F-4D97-AF65-F5344CB8AC3E}">
        <p14:creationId xmlns:p14="http://schemas.microsoft.com/office/powerpoint/2010/main" val="2759726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2292C-1434-E875-7A8D-07AB03C2D0E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SET</a:t>
            </a:r>
          </a:p>
        </p:txBody>
      </p:sp>
      <p:sp>
        <p:nvSpPr>
          <p:cNvPr id="4" name="Slide Number Placeholder 3">
            <a:extLst>
              <a:ext uri="{FF2B5EF4-FFF2-40B4-BE49-F238E27FC236}">
                <a16:creationId xmlns:a16="http://schemas.microsoft.com/office/drawing/2014/main" id="{B4962376-1D32-C948-A907-9DF5C2974D1A}"/>
              </a:ext>
            </a:extLst>
          </p:cNvPr>
          <p:cNvSpPr>
            <a:spLocks noGrp="1"/>
          </p:cNvSpPr>
          <p:nvPr>
            <p:ph type="sldNum" sz="quarter" idx="12"/>
          </p:nvPr>
        </p:nvSpPr>
        <p:spPr/>
        <p:txBody>
          <a:bodyPr/>
          <a:lstStyle/>
          <a:p>
            <a:fld id="{ED0A4932-3B2E-45C6-B621-E5DE29EAC2DE}" type="slidenum">
              <a:rPr lang="en-IN" smtClean="0"/>
              <a:pPr/>
              <a:t>12</a:t>
            </a:fld>
            <a:endParaRPr lang="en-IN" dirty="0"/>
          </a:p>
        </p:txBody>
      </p:sp>
      <p:pic>
        <p:nvPicPr>
          <p:cNvPr id="8" name="Content Placeholder 7">
            <a:extLst>
              <a:ext uri="{FF2B5EF4-FFF2-40B4-BE49-F238E27FC236}">
                <a16:creationId xmlns:a16="http://schemas.microsoft.com/office/drawing/2014/main" id="{48592BBC-AE7D-C9C1-621E-5038B7F47465}"/>
              </a:ext>
            </a:extLst>
          </p:cNvPr>
          <p:cNvPicPr>
            <a:picLocks noGrp="1" noChangeAspect="1"/>
          </p:cNvPicPr>
          <p:nvPr>
            <p:ph idx="1"/>
          </p:nvPr>
        </p:nvPicPr>
        <p:blipFill>
          <a:blip r:embed="rId2"/>
          <a:stretch>
            <a:fillRect/>
          </a:stretch>
        </p:blipFill>
        <p:spPr>
          <a:xfrm>
            <a:off x="2870032" y="1727200"/>
            <a:ext cx="6345573" cy="4395788"/>
          </a:xfrm>
          <a:prstGeom prst="rect">
            <a:avLst/>
          </a:prstGeom>
        </p:spPr>
      </p:pic>
    </p:spTree>
    <p:extLst>
      <p:ext uri="{BB962C8B-B14F-4D97-AF65-F5344CB8AC3E}">
        <p14:creationId xmlns:p14="http://schemas.microsoft.com/office/powerpoint/2010/main" val="3390155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57FA7-E514-0E47-60C0-AA06CA25E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F008DA-771F-B71A-7F0C-646A594BFC7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GITHUB DATA SET VISUALIZATION</a:t>
            </a:r>
          </a:p>
        </p:txBody>
      </p:sp>
      <p:sp>
        <p:nvSpPr>
          <p:cNvPr id="4" name="Slide Number Placeholder 3">
            <a:extLst>
              <a:ext uri="{FF2B5EF4-FFF2-40B4-BE49-F238E27FC236}">
                <a16:creationId xmlns:a16="http://schemas.microsoft.com/office/drawing/2014/main" id="{429FEA12-F6DD-3927-F891-B74EB061BAE6}"/>
              </a:ext>
            </a:extLst>
          </p:cNvPr>
          <p:cNvSpPr>
            <a:spLocks noGrp="1"/>
          </p:cNvSpPr>
          <p:nvPr>
            <p:ph type="sldNum" sz="quarter" idx="12"/>
          </p:nvPr>
        </p:nvSpPr>
        <p:spPr/>
        <p:txBody>
          <a:bodyPr/>
          <a:lstStyle/>
          <a:p>
            <a:fld id="{ED0A4932-3B2E-45C6-B621-E5DE29EAC2DE}" type="slidenum">
              <a:rPr lang="en-IN" smtClean="0"/>
              <a:pPr/>
              <a:t>13</a:t>
            </a:fld>
            <a:endParaRPr lang="en-IN" dirty="0"/>
          </a:p>
        </p:txBody>
      </p:sp>
      <p:pic>
        <p:nvPicPr>
          <p:cNvPr id="5" name="Picture 2">
            <a:extLst>
              <a:ext uri="{FF2B5EF4-FFF2-40B4-BE49-F238E27FC236}">
                <a16:creationId xmlns:a16="http://schemas.microsoft.com/office/drawing/2014/main" id="{99EFA822-3876-AEB0-E5CB-83DAEA86BE2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79422" y="1727200"/>
            <a:ext cx="7726793" cy="4395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39621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4ECAE-7C94-F468-01D3-339BE8012F9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COMPARISON</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94019380"/>
              </p:ext>
            </p:extLst>
          </p:nvPr>
        </p:nvGraphicFramePr>
        <p:xfrm>
          <a:off x="679511" y="1770186"/>
          <a:ext cx="10515600" cy="3287358"/>
        </p:xfrm>
        <a:graphic>
          <a:graphicData uri="http://schemas.openxmlformats.org/drawingml/2006/table">
            <a:tbl>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547893">
                <a:tc>
                  <a:txBody>
                    <a:bodyPr/>
                    <a:lstStyle/>
                    <a:p>
                      <a:r>
                        <a:rPr lang="en-IN" b="1" dirty="0">
                          <a:latin typeface="Times New Roman" panose="02020603050405020304" pitchFamily="18" charset="0"/>
                          <a:cs typeface="Times New Roman" panose="02020603050405020304" pitchFamily="18" charset="0"/>
                        </a:rPr>
                        <a:t>My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b="1" dirty="0">
                          <a:latin typeface="Times New Roman" panose="02020603050405020304" pitchFamily="18" charset="0"/>
                          <a:cs typeface="Times New Roman" panose="02020603050405020304" pitchFamily="18" charset="0"/>
                        </a:rPr>
                        <a:t>GitHub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47893">
                <a:tc>
                  <a:txBody>
                    <a:bodyPr/>
                    <a:lstStyle/>
                    <a:p>
                      <a:r>
                        <a:rPr lang="en-IN" dirty="0">
                          <a:latin typeface="Times New Roman" panose="02020603050405020304" pitchFamily="18" charset="0"/>
                          <a:cs typeface="Times New Roman" panose="02020603050405020304" pitchFamily="18" charset="0"/>
                        </a:rPr>
                        <a:t>Created manually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Downloaded from online 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47893">
                <a:tc>
                  <a:txBody>
                    <a:bodyPr/>
                    <a:lstStyle/>
                    <a:p>
                      <a:r>
                        <a:rPr lang="en-IN" dirty="0">
                          <a:latin typeface="Times New Roman" panose="02020603050405020304" pitchFamily="18" charset="0"/>
                          <a:cs typeface="Times New Roman" panose="02020603050405020304" pitchFamily="18" charset="0"/>
                        </a:rPr>
                        <a:t>Used for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Times New Roman" panose="02020603050405020304" pitchFamily="18" charset="0"/>
                          <a:cs typeface="Times New Roman" panose="02020603050405020304" pitchFamily="18" charset="0"/>
                        </a:rPr>
                        <a:t>Used as real reference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47893">
                <a:tc>
                  <a:txBody>
                    <a:bodyPr/>
                    <a:lstStyle/>
                    <a:p>
                      <a:r>
                        <a:rPr lang="en-IN" dirty="0">
                          <a:latin typeface="Times New Roman" panose="02020603050405020304" pitchFamily="18" charset="0"/>
                          <a:cs typeface="Times New Roman" panose="02020603050405020304" pitchFamily="18" charset="0"/>
                        </a:rPr>
                        <a:t>Simple and clean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Times New Roman" panose="02020603050405020304" pitchFamily="18" charset="0"/>
                          <a:cs typeface="Times New Roman" panose="02020603050405020304" pitchFamily="18" charset="0"/>
                        </a:rPr>
                        <a:t>Large and complex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47893">
                <a:tc>
                  <a:txBody>
                    <a:bodyPr/>
                    <a:lstStyle/>
                    <a:p>
                      <a:r>
                        <a:rPr lang="en-IN" dirty="0">
                          <a:latin typeface="Times New Roman" panose="02020603050405020304" pitchFamily="18" charset="0"/>
                          <a:cs typeface="Times New Roman" panose="02020603050405020304" pitchFamily="18" charset="0"/>
                        </a:rPr>
                        <a:t>Limited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Times New Roman" panose="02020603050405020304" pitchFamily="18" charset="0"/>
                          <a:cs typeface="Times New Roman" panose="02020603050405020304" pitchFamily="18" charset="0"/>
                        </a:rPr>
                        <a:t>Large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47893">
                <a:tc>
                  <a:txBody>
                    <a:bodyPr/>
                    <a:lstStyle/>
                    <a:p>
                      <a:r>
                        <a:rPr lang="en-IN" dirty="0">
                          <a:latin typeface="Times New Roman" panose="02020603050405020304" pitchFamily="18" charset="0"/>
                          <a:cs typeface="Times New Roman" panose="02020603050405020304" pitchFamily="18" charset="0"/>
                        </a:rPr>
                        <a:t>Used for practice visuals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Times New Roman" panose="02020603050405020304" pitchFamily="18" charset="0"/>
                          <a:cs typeface="Times New Roman" panose="02020603050405020304" pitchFamily="18" charset="0"/>
                        </a:rPr>
                        <a:t>Used for realistic comparison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Slide Number Placeholder 3">
            <a:extLst>
              <a:ext uri="{FF2B5EF4-FFF2-40B4-BE49-F238E27FC236}">
                <a16:creationId xmlns:a16="http://schemas.microsoft.com/office/drawing/2014/main" id="{1A0642EE-560C-7C16-78B4-7753862AC24D}"/>
              </a:ext>
            </a:extLst>
          </p:cNvPr>
          <p:cNvSpPr>
            <a:spLocks noGrp="1"/>
          </p:cNvSpPr>
          <p:nvPr>
            <p:ph type="sldNum" sz="quarter" idx="12"/>
          </p:nvPr>
        </p:nvSpPr>
        <p:spPr/>
        <p:txBody>
          <a:bodyPr/>
          <a:lstStyle/>
          <a:p>
            <a:fld id="{ED0A4932-3B2E-45C6-B621-E5DE29EAC2DE}" type="slidenum">
              <a:rPr lang="en-IN" smtClean="0"/>
              <a:pPr/>
              <a:t>14</a:t>
            </a:fld>
            <a:endParaRPr lang="en-IN" dirty="0"/>
          </a:p>
        </p:txBody>
      </p:sp>
      <p:sp>
        <p:nvSpPr>
          <p:cNvPr id="9" name="Rectangle 8"/>
          <p:cNvSpPr/>
          <p:nvPr/>
        </p:nvSpPr>
        <p:spPr>
          <a:xfrm>
            <a:off x="808891" y="3105835"/>
            <a:ext cx="10890739" cy="2862322"/>
          </a:xfrm>
          <a:prstGeom prst="rect">
            <a:avLst/>
          </a:prstGeom>
        </p:spPr>
        <p:txBody>
          <a:bodyPr wrap="square">
            <a:spAutoFit/>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Both datasets are useful for Smart City analysis in different ways.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1466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F3B0E-E36D-1BBF-0E48-92238EF06C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ED49A-1B18-0352-D2E3-B41F6D235EA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 TO POWER BI</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402EF36-CFAE-3F5C-A1A7-6EF83E9ADF3C}"/>
              </a:ext>
            </a:extLst>
          </p:cNvPr>
          <p:cNvSpPr>
            <a:spLocks noGrp="1"/>
          </p:cNvSpPr>
          <p:nvPr>
            <p:ph idx="1"/>
          </p:nvPr>
        </p:nvSpPr>
        <p:spPr/>
        <p:txBody>
          <a:bodyPr>
            <a:noAutofit/>
          </a:bodyPr>
          <a:lstStyle/>
          <a:p>
            <a:r>
              <a:rPr lang="en-US" sz="1800" dirty="0">
                <a:latin typeface="Times New Roman" panose="02020603050405020304" pitchFamily="18" charset="0"/>
                <a:cs typeface="Times New Roman" panose="02020603050405020304" pitchFamily="18" charset="0"/>
              </a:rPr>
              <a:t>Microsoft Power BI is a business intelligence and data visualization tool used to turn raw data into interactive charts, reports, and dashboards.</a:t>
            </a:r>
          </a:p>
          <a:p>
            <a:r>
              <a:rPr lang="en-US" sz="1800" dirty="0">
                <a:latin typeface="Times New Roman" panose="02020603050405020304" pitchFamily="18" charset="0"/>
                <a:cs typeface="Times New Roman" panose="02020603050405020304" pitchFamily="18" charset="0"/>
              </a:rPr>
              <a:t>Power BI supports:</a:t>
            </a:r>
          </a:p>
          <a:p>
            <a:pPr lvl="1">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Data import</a:t>
            </a:r>
            <a:r>
              <a:rPr lang="en-US" sz="1800" dirty="0">
                <a:latin typeface="Times New Roman" panose="02020603050405020304" pitchFamily="18" charset="0"/>
                <a:cs typeface="Times New Roman" panose="02020603050405020304" pitchFamily="18" charset="0"/>
              </a:rPr>
              <a:t> from multiple sources</a:t>
            </a:r>
          </a:p>
          <a:p>
            <a:pPr lvl="1">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Data cleaning</a:t>
            </a:r>
            <a:r>
              <a:rPr lang="en-US" sz="1800" dirty="0">
                <a:latin typeface="Times New Roman" panose="02020603050405020304" pitchFamily="18" charset="0"/>
                <a:cs typeface="Times New Roman" panose="02020603050405020304" pitchFamily="18" charset="0"/>
              </a:rPr>
              <a:t> using Power Query</a:t>
            </a:r>
          </a:p>
          <a:p>
            <a:pPr lvl="1">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Data modeling</a:t>
            </a:r>
            <a:r>
              <a:rPr lang="en-US" sz="1800" dirty="0">
                <a:latin typeface="Times New Roman" panose="02020603050405020304" pitchFamily="18" charset="0"/>
                <a:cs typeface="Times New Roman" panose="02020603050405020304" pitchFamily="18" charset="0"/>
              </a:rPr>
              <a:t> with relationships and DAX</a:t>
            </a:r>
          </a:p>
          <a:p>
            <a:pPr lvl="1">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Data visualization</a:t>
            </a:r>
            <a:r>
              <a:rPr lang="en-US" sz="1800" dirty="0">
                <a:latin typeface="Times New Roman" panose="02020603050405020304" pitchFamily="18" charset="0"/>
                <a:cs typeface="Times New Roman" panose="02020603050405020304" pitchFamily="18" charset="0"/>
              </a:rPr>
              <a:t> through charts and maps</a:t>
            </a:r>
          </a:p>
          <a:p>
            <a:pPr lvl="1">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Dashboard sharing</a:t>
            </a:r>
            <a:r>
              <a:rPr lang="en-US" sz="1800" dirty="0">
                <a:latin typeface="Times New Roman" panose="02020603050405020304" pitchFamily="18" charset="0"/>
                <a:cs typeface="Times New Roman" panose="02020603050405020304" pitchFamily="18" charset="0"/>
              </a:rPr>
              <a:t> for collaboration</a:t>
            </a:r>
          </a:p>
          <a:p>
            <a:r>
              <a:rPr lang="en-US" sz="1800" dirty="0">
                <a:latin typeface="Times New Roman" panose="02020603050405020304" pitchFamily="18" charset="0"/>
                <a:cs typeface="Times New Roman" panose="02020603050405020304" pitchFamily="18" charset="0"/>
              </a:rPr>
              <a:t>It is widely used in </a:t>
            </a:r>
            <a:r>
              <a:rPr lang="en-US" sz="1800" b="1" dirty="0">
                <a:latin typeface="Times New Roman" panose="02020603050405020304" pitchFamily="18" charset="0"/>
                <a:cs typeface="Times New Roman" panose="02020603050405020304" pitchFamily="18" charset="0"/>
              </a:rPr>
              <a:t>government, business, healthcare, education, and smart city projects</a:t>
            </a:r>
            <a:r>
              <a:rPr lang="en-US" sz="1800" dirty="0">
                <a:latin typeface="Times New Roman" panose="02020603050405020304" pitchFamily="18" charset="0"/>
                <a:cs typeface="Times New Roman" panose="02020603050405020304" pitchFamily="18" charset="0"/>
              </a:rPr>
              <a:t> to monitor performance and make data-driven decisions.</a:t>
            </a:r>
          </a:p>
          <a:p>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445A396-B100-DB7B-BAC7-31DC4DC466F1}"/>
              </a:ext>
            </a:extLst>
          </p:cNvPr>
          <p:cNvSpPr>
            <a:spLocks noGrp="1"/>
          </p:cNvSpPr>
          <p:nvPr>
            <p:ph type="sldNum" sz="quarter" idx="12"/>
          </p:nvPr>
        </p:nvSpPr>
        <p:spPr/>
        <p:txBody>
          <a:bodyPr/>
          <a:lstStyle/>
          <a:p>
            <a:fld id="{ED0A4932-3B2E-45C6-B621-E5DE29EAC2DE}" type="slidenum">
              <a:rPr lang="en-IN" smtClean="0"/>
              <a:pPr/>
              <a:t>15</a:t>
            </a:fld>
            <a:endParaRPr lang="en-IN" dirty="0"/>
          </a:p>
        </p:txBody>
      </p:sp>
    </p:spTree>
    <p:extLst>
      <p:ext uri="{BB962C8B-B14F-4D97-AF65-F5344CB8AC3E}">
        <p14:creationId xmlns:p14="http://schemas.microsoft.com/office/powerpoint/2010/main" val="1042782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54198-E655-C512-FF89-845290FF798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TO IMPORT EXCEL DATA INTO POWER BI</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B451867-34D5-2C6D-EE24-0F3E32ADF18F}"/>
              </a:ext>
            </a:extLst>
          </p:cNvPr>
          <p:cNvSpPr>
            <a:spLocks noGrp="1"/>
          </p:cNvSpPr>
          <p:nvPr>
            <p:ph type="sldNum" sz="quarter" idx="12"/>
          </p:nvPr>
        </p:nvSpPr>
        <p:spPr/>
        <p:txBody>
          <a:bodyPr/>
          <a:lstStyle/>
          <a:p>
            <a:fld id="{ED0A4932-3B2E-45C6-B621-E5DE29EAC2DE}" type="slidenum">
              <a:rPr lang="en-IN" smtClean="0"/>
              <a:pPr/>
              <a:t>16</a:t>
            </a:fld>
            <a:endParaRPr lang="en-IN" dirty="0"/>
          </a:p>
        </p:txBody>
      </p:sp>
      <p:sp>
        <p:nvSpPr>
          <p:cNvPr id="5" name="Rectangle 1">
            <a:extLst>
              <a:ext uri="{FF2B5EF4-FFF2-40B4-BE49-F238E27FC236}">
                <a16:creationId xmlns:a16="http://schemas.microsoft.com/office/drawing/2014/main" id="{DD7613A9-580C-AAD9-B2EF-91DF91741D9D}"/>
              </a:ext>
            </a:extLst>
          </p:cNvPr>
          <p:cNvSpPr>
            <a:spLocks noGrp="1" noChangeArrowheads="1"/>
          </p:cNvSpPr>
          <p:nvPr>
            <p:ph idx="1"/>
          </p:nvPr>
        </p:nvSpPr>
        <p:spPr bwMode="auto">
          <a:xfrm>
            <a:off x="716280" y="1472771"/>
            <a:ext cx="9022080" cy="4272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800" dirty="0">
                <a:latin typeface="Times New Roman" panose="02020603050405020304" pitchFamily="18" charset="0"/>
                <a:cs typeface="Times New Roman" panose="02020603050405020304" pitchFamily="18" charset="0"/>
              </a:rPr>
              <a:t>Steps to import Excel data into Power BI:</a:t>
            </a:r>
          </a:p>
          <a:p>
            <a:pPr marL="457200" indent="-457200">
              <a:buFont typeface="+mj-lt"/>
              <a:buAutoNum type="arabicPeriod"/>
            </a:pPr>
            <a:r>
              <a:rPr lang="en-US" sz="1800" dirty="0">
                <a:latin typeface="Times New Roman" panose="02020603050405020304" pitchFamily="18" charset="0"/>
                <a:cs typeface="Times New Roman" panose="02020603050405020304" pitchFamily="18" charset="0"/>
              </a:rPr>
              <a:t>Open Power BI Desktop</a:t>
            </a:r>
          </a:p>
          <a:p>
            <a:pPr marL="457200" indent="-457200">
              <a:buFont typeface="+mj-lt"/>
              <a:buAutoNum type="arabicPeriod"/>
            </a:pPr>
            <a:r>
              <a:rPr lang="en-US" sz="1800" dirty="0">
                <a:latin typeface="Times New Roman" panose="02020603050405020304" pitchFamily="18" charset="0"/>
                <a:cs typeface="Times New Roman" panose="02020603050405020304" pitchFamily="18" charset="0"/>
              </a:rPr>
              <a:t>Click on </a:t>
            </a:r>
            <a:r>
              <a:rPr lang="en-US" sz="1800" b="1" dirty="0">
                <a:latin typeface="Times New Roman" panose="02020603050405020304" pitchFamily="18" charset="0"/>
                <a:cs typeface="Times New Roman" panose="02020603050405020304" pitchFamily="18" charset="0"/>
              </a:rPr>
              <a:t>Get Data</a:t>
            </a:r>
            <a:endParaRPr lang="en-US" sz="18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1800" dirty="0">
                <a:latin typeface="Times New Roman" panose="02020603050405020304" pitchFamily="18" charset="0"/>
                <a:cs typeface="Times New Roman" panose="02020603050405020304" pitchFamily="18" charset="0"/>
              </a:rPr>
              <a:t>Select </a:t>
            </a:r>
            <a:r>
              <a:rPr lang="en-US" sz="1800" b="1" dirty="0">
                <a:latin typeface="Times New Roman" panose="02020603050405020304" pitchFamily="18" charset="0"/>
                <a:cs typeface="Times New Roman" panose="02020603050405020304" pitchFamily="18" charset="0"/>
              </a:rPr>
              <a:t>Excel Workbook</a:t>
            </a:r>
            <a:endParaRPr lang="en-US" sz="18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1800" dirty="0">
                <a:latin typeface="Times New Roman" panose="02020603050405020304" pitchFamily="18" charset="0"/>
                <a:cs typeface="Times New Roman" panose="02020603050405020304" pitchFamily="18" charset="0"/>
              </a:rPr>
              <a:t>Browse and select the Excel file</a:t>
            </a:r>
          </a:p>
          <a:p>
            <a:pPr marL="457200" indent="-457200">
              <a:buFont typeface="+mj-lt"/>
              <a:buAutoNum type="arabicPeriod"/>
            </a:pPr>
            <a:r>
              <a:rPr lang="en-US" sz="1800" dirty="0">
                <a:latin typeface="Times New Roman" panose="02020603050405020304" pitchFamily="18" charset="0"/>
                <a:cs typeface="Times New Roman" panose="02020603050405020304" pitchFamily="18" charset="0"/>
              </a:rPr>
              <a:t>Click </a:t>
            </a:r>
            <a:r>
              <a:rPr lang="en-US" sz="1800" b="1" dirty="0">
                <a:latin typeface="Times New Roman" panose="02020603050405020304" pitchFamily="18" charset="0"/>
                <a:cs typeface="Times New Roman" panose="02020603050405020304" pitchFamily="18" charset="0"/>
              </a:rPr>
              <a:t>Load</a:t>
            </a:r>
            <a:endParaRPr lang="en-US" sz="18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1800" dirty="0">
                <a:latin typeface="Times New Roman" panose="02020603050405020304" pitchFamily="18" charset="0"/>
                <a:cs typeface="Times New Roman" panose="02020603050405020304" pitchFamily="18" charset="0"/>
              </a:rPr>
              <a:t>Data will be imported into Power BI</a:t>
            </a:r>
          </a:p>
          <a:p>
            <a:pPr marL="457200" indent="-457200">
              <a:buFont typeface="+mj-lt"/>
              <a:buAutoNum type="arabicPeriod"/>
            </a:pPr>
            <a:r>
              <a:rPr lang="en-US" sz="1800" dirty="0">
                <a:latin typeface="Times New Roman" panose="02020603050405020304" pitchFamily="18" charset="0"/>
                <a:cs typeface="Times New Roman" panose="02020603050405020304" pitchFamily="18" charset="0"/>
              </a:rPr>
              <a:t>After loading, the data is ready for visualization.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8042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MATLAB CERTIFICATIONS</a:t>
            </a:r>
          </a:p>
        </p:txBody>
      </p:sp>
      <p:sp>
        <p:nvSpPr>
          <p:cNvPr id="5" name="Slide Number Placeholder 4"/>
          <p:cNvSpPr>
            <a:spLocks noGrp="1"/>
          </p:cNvSpPr>
          <p:nvPr>
            <p:ph type="sldNum" sz="quarter" idx="12"/>
          </p:nvPr>
        </p:nvSpPr>
        <p:spPr/>
        <p:txBody>
          <a:bodyPr/>
          <a:lstStyle/>
          <a:p>
            <a:fld id="{ED0A4932-3B2E-45C6-B621-E5DE29EAC2DE}" type="slidenum">
              <a:rPr lang="en-IN" smtClean="0"/>
              <a:pPr/>
              <a:t>17</a:t>
            </a:fld>
            <a:endParaRPr lang="en-IN"/>
          </a:p>
        </p:txBody>
      </p:sp>
      <p:pic>
        <p:nvPicPr>
          <p:cNvPr id="1026"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443146" y="1813109"/>
            <a:ext cx="5472113" cy="3895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59427" y="1813109"/>
            <a:ext cx="5481638" cy="3895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9422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MATLAB CERTIFICATIONS</a:t>
            </a:r>
          </a:p>
        </p:txBody>
      </p:sp>
      <p:sp>
        <p:nvSpPr>
          <p:cNvPr id="5" name="Slide Number Placeholder 4"/>
          <p:cNvSpPr>
            <a:spLocks noGrp="1"/>
          </p:cNvSpPr>
          <p:nvPr>
            <p:ph type="sldNum" sz="quarter" idx="12"/>
          </p:nvPr>
        </p:nvSpPr>
        <p:spPr/>
        <p:txBody>
          <a:bodyPr/>
          <a:lstStyle/>
          <a:p>
            <a:fld id="{ED0A4932-3B2E-45C6-B621-E5DE29EAC2DE}" type="slidenum">
              <a:rPr lang="en-IN" smtClean="0"/>
              <a:pPr/>
              <a:t>18</a:t>
            </a:fld>
            <a:endParaRPr lang="en-IN"/>
          </a:p>
        </p:txBody>
      </p:sp>
      <p:pic>
        <p:nvPicPr>
          <p:cNvPr id="2051" name="Picture 3"/>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94990" y="1918795"/>
            <a:ext cx="5472113" cy="3836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433621" y="1918796"/>
            <a:ext cx="5481638" cy="3836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0173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MATLAB CERTIFICATIONS</a:t>
            </a:r>
          </a:p>
        </p:txBody>
      </p:sp>
      <p:sp>
        <p:nvSpPr>
          <p:cNvPr id="5" name="Slide Number Placeholder 4"/>
          <p:cNvSpPr>
            <a:spLocks noGrp="1"/>
          </p:cNvSpPr>
          <p:nvPr>
            <p:ph type="sldNum" sz="quarter" idx="12"/>
          </p:nvPr>
        </p:nvSpPr>
        <p:spPr/>
        <p:txBody>
          <a:bodyPr/>
          <a:lstStyle/>
          <a:p>
            <a:fld id="{ED0A4932-3B2E-45C6-B621-E5DE29EAC2DE}" type="slidenum">
              <a:rPr lang="en-IN" smtClean="0"/>
              <a:pPr/>
              <a:t>19</a:t>
            </a:fld>
            <a:endParaRPr lang="en-IN"/>
          </a:p>
        </p:txBody>
      </p:sp>
      <p:pic>
        <p:nvPicPr>
          <p:cNvPr id="3074"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433621" y="1895428"/>
            <a:ext cx="5481638" cy="3870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711033" y="1895428"/>
            <a:ext cx="5472113" cy="3870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8566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smart city analysis demonstrates how tools like Microsoft Power BI help transform raw data into meaningful insights.</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By visualizing trends in energy, water, traffic, healthcare, education, and infrastructure, decision-makers can better understand city performance and improve public services. </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Power BI’s ability to clean, model, and visualize data makes it an essential tool for building smarter, more efficient, and future-ready cities.</a:t>
            </a:r>
            <a:endParaRPr lang="en-IN"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ED0A4932-3B2E-45C6-B621-E5DE29EAC2DE}" type="slidenum">
              <a:rPr lang="en-IN" smtClean="0"/>
              <a:pPr/>
              <a:t>20</a:t>
            </a:fld>
            <a:endParaRPr lang="en-IN" dirty="0"/>
          </a:p>
        </p:txBody>
      </p:sp>
    </p:spTree>
    <p:extLst>
      <p:ext uri="{BB962C8B-B14F-4D97-AF65-F5344CB8AC3E}">
        <p14:creationId xmlns:p14="http://schemas.microsoft.com/office/powerpoint/2010/main" val="2988695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Thank You !</a:t>
            </a:r>
            <a:endParaRPr lang="en-IN" dirty="0"/>
          </a:p>
        </p:txBody>
      </p:sp>
    </p:spTree>
    <p:extLst>
      <p:ext uri="{BB962C8B-B14F-4D97-AF65-F5344CB8AC3E}">
        <p14:creationId xmlns:p14="http://schemas.microsoft.com/office/powerpoint/2010/main" val="2743281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5062</TotalTime>
  <Words>713</Words>
  <Application>Microsoft Office PowerPoint</Application>
  <PresentationFormat>Widescreen</PresentationFormat>
  <Paragraphs>105</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Lexend Deca</vt:lpstr>
      <vt:lpstr>Times New Roman</vt:lpstr>
      <vt:lpstr>Trebuchet MS</vt:lpstr>
      <vt:lpstr>Wingdings</vt:lpstr>
      <vt:lpstr>Office Theme</vt:lpstr>
      <vt:lpstr>SMART CITY ANALYSIS DASHBOARD</vt:lpstr>
      <vt:lpstr>ABSTRACT </vt:lpstr>
      <vt:lpstr>EXCEL DATA SET EXPLANATION:</vt:lpstr>
      <vt:lpstr>DATA SET</vt:lpstr>
      <vt:lpstr>EXCEL DATA SET VISUALIZATION</vt:lpstr>
      <vt:lpstr>    </vt:lpstr>
      <vt:lpstr>    </vt:lpstr>
      <vt:lpstr>   </vt:lpstr>
      <vt:lpstr>   </vt:lpstr>
      <vt:lpstr>   </vt:lpstr>
      <vt:lpstr>GITHUB DATA SET EXPLANATION:</vt:lpstr>
      <vt:lpstr>DATA SET</vt:lpstr>
      <vt:lpstr>GITHUB DATA SET VISUALIZATION</vt:lpstr>
      <vt:lpstr>COMPARISON</vt:lpstr>
      <vt:lpstr>INTRODUCTION TO POWER BI</vt:lpstr>
      <vt:lpstr>HOW TO IMPORT EXCEL DATA INTO POWER BI</vt:lpstr>
      <vt:lpstr>MATLAB CERTIFICATIONS</vt:lpstr>
      <vt:lpstr>MATLAB CERTIFICATIONS</vt:lpstr>
      <vt:lpstr>MATLAB CERTIFICATIONS</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M.KATHIRSELVAM</dc:creator>
  <cp:lastModifiedBy>Gopika S</cp:lastModifiedBy>
  <cp:revision>56</cp:revision>
  <dcterms:created xsi:type="dcterms:W3CDTF">2025-04-10T02:09:38Z</dcterms:created>
  <dcterms:modified xsi:type="dcterms:W3CDTF">2025-12-08T10:27:19Z</dcterms:modified>
</cp:coreProperties>
</file>